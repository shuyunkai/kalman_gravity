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3" r:id="rId2"/>
    <p:sldMasterId id="2147483676" r:id="rId3"/>
  </p:sldMasterIdLst>
  <p:notesMasterIdLst>
    <p:notesMasterId r:id="rId7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BD22B90B-5B7C-EE46-883C-B05A52560596}">
          <p14:sldIdLst>
            <p14:sldId id="340"/>
            <p14:sldId id="1732"/>
            <p14:sldId id="1733"/>
            <p14:sldId id="330"/>
            <p14:sldId id="1734"/>
            <p14:sldId id="256"/>
            <p14:sldId id="257"/>
          </p14:sldIdLst>
        </p14:section>
        <p14:section name="目录页" id="{CADDB4A1-8BE4-2542-8C4F-E2CEE3EEB4F6}">
          <p14:sldIdLst>
            <p14:sldId id="259"/>
            <p14:sldId id="260"/>
            <p14:sldId id="261"/>
            <p14:sldId id="262"/>
          </p14:sldIdLst>
        </p14:section>
        <p14:section name="过度页" id="{15D9EDC9-2C17-5944-9DA3-8E5F90E11F65}">
          <p14:sldIdLst>
            <p14:sldId id="263"/>
            <p14:sldId id="264"/>
            <p14:sldId id="265"/>
            <p14:sldId id="266"/>
            <p14:sldId id="267"/>
          </p14:sldIdLst>
        </p14:section>
        <p14:section name="内容页(空)" id="{E89CC852-8B71-0B40-8B42-2FD54B31D6D4}">
          <p14:sldIdLst>
            <p14:sldId id="268"/>
            <p14:sldId id="270"/>
            <p14:sldId id="269"/>
            <p14:sldId id="271"/>
          </p14:sldIdLst>
        </p14:section>
        <p14:section name="个人介绍页" id="{46027E36-5838-784C-A91F-328237986F37}">
          <p14:sldIdLst>
            <p14:sldId id="272"/>
            <p14:sldId id="274"/>
            <p14:sldId id="273"/>
            <p14:sldId id="276"/>
          </p14:sldIdLst>
        </p14:section>
        <p14:section name="文字排版" id="{EBFFA8D6-7E95-264C-8046-445B19863535}">
          <p14:sldIdLst>
            <p14:sldId id="284"/>
            <p14:sldId id="278"/>
            <p14:sldId id="281"/>
            <p14:sldId id="279"/>
            <p14:sldId id="280"/>
            <p14:sldId id="282"/>
            <p14:sldId id="285"/>
            <p14:sldId id="286"/>
            <p14:sldId id="287"/>
            <p14:sldId id="288"/>
            <p14:sldId id="290"/>
          </p14:sldIdLst>
        </p14:section>
        <p14:section name="图文排版" id="{AF1404BA-A857-B648-B6C5-A8C15CB5804B}">
          <p14:sldIdLst>
            <p14:sldId id="291"/>
            <p14:sldId id="289"/>
            <p14:sldId id="292"/>
            <p14:sldId id="293"/>
            <p14:sldId id="294"/>
            <p14:sldId id="295"/>
            <p14:sldId id="297"/>
            <p14:sldId id="298"/>
            <p14:sldId id="299"/>
            <p14:sldId id="300"/>
          </p14:sldIdLst>
        </p14:section>
        <p14:section name="图表排版" id="{4A04ACFA-0341-5F4F-9FB7-28281A1BA8AF}">
          <p14:sldIdLst>
            <p14:sldId id="301"/>
            <p14:sldId id="302"/>
            <p14:sldId id="303"/>
            <p14:sldId id="304"/>
            <p14:sldId id="305"/>
            <p14:sldId id="306"/>
            <p14:sldId id="308"/>
            <p14:sldId id="307"/>
            <p14:sldId id="309"/>
            <p14:sldId id="310"/>
          </p14:sldIdLst>
        </p14:section>
        <p14:section name="逻辑图示排版" id="{00ABF053-0AFE-2443-A2FD-D4C4691E5129}">
          <p14:sldIdLst>
            <p14:sldId id="311"/>
            <p14:sldId id="312"/>
            <p14:sldId id="313"/>
            <p14:sldId id="314"/>
            <p14:sldId id="315"/>
            <p14:sldId id="317"/>
            <p14:sldId id="316"/>
            <p14:sldId id="318"/>
            <p14:sldId id="319"/>
            <p14:sldId id="320"/>
            <p14:sldId id="321"/>
            <p14:sldId id="322"/>
          </p14:sldIdLst>
        </p14:section>
        <p14:section name="致谢" id="{DE711055-2CE2-2244-9381-9E00AFD664DF}">
          <p14:sldIdLst>
            <p14:sldId id="323"/>
            <p14:sldId id="324"/>
            <p14:sldId id="325"/>
          </p14:sldIdLst>
        </p14:section>
        <p14:section name="学校相关素材" id="{70DF966E-8111-3842-8827-456029838654}">
          <p14:sldIdLst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pos="7243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orient="horz" pos="415" userDrawn="1">
          <p15:clr>
            <a:srgbClr val="A4A3A4"/>
          </p15:clr>
        </p15:guide>
        <p15:guide id="5" orient="horz" pos="32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829"/>
    <a:srgbClr val="1E4F79"/>
    <a:srgbClr val="346AC7"/>
    <a:srgbClr val="142645"/>
    <a:srgbClr val="678AC7"/>
    <a:srgbClr val="1758C7"/>
    <a:srgbClr val="24467F"/>
    <a:srgbClr val="1A325B"/>
    <a:srgbClr val="E89E2E"/>
    <a:srgbClr val="E89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35" autoAdjust="0"/>
    <p:restoredTop sz="89423" autoAdjust="0"/>
  </p:normalViewPr>
  <p:slideViewPr>
    <p:cSldViewPr snapToGrid="0" snapToObjects="1">
      <p:cViewPr varScale="1">
        <p:scale>
          <a:sx n="143" d="100"/>
          <a:sy n="143" d="100"/>
        </p:scale>
        <p:origin x="378" y="114"/>
      </p:cViewPr>
      <p:guideLst>
        <p:guide pos="7243"/>
        <p:guide pos="189"/>
        <p:guide orient="horz" pos="415"/>
        <p:guide orient="horz" pos="32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FAC03-7BA1-7043-A2E5-CD43B778726B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F1ACF-8A47-054F-AF08-81A8D40AC6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674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C52D141-B183-6042-965F-5C4C7C2A38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oup 67">
            <a:extLst>
              <a:ext uri="{FF2B5EF4-FFF2-40B4-BE49-F238E27FC236}">
                <a16:creationId xmlns:a16="http://schemas.microsoft.com/office/drawing/2014/main" id="{7E742804-D43E-7940-B474-AA239312D6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105103" y="1075569"/>
            <a:ext cx="4601360" cy="4616315"/>
            <a:chOff x="594" y="467"/>
            <a:chExt cx="1846" cy="1852"/>
          </a:xfrm>
          <a:solidFill>
            <a:schemeClr val="bg1">
              <a:alpha val="10000"/>
            </a:schemeClr>
          </a:solidFill>
        </p:grpSpPr>
        <p:sp>
          <p:nvSpPr>
            <p:cNvPr id="9" name="Rectangle 68">
              <a:extLst>
                <a:ext uri="{FF2B5EF4-FFF2-40B4-BE49-F238E27FC236}">
                  <a16:creationId xmlns:a16="http://schemas.microsoft.com/office/drawing/2014/main" id="{6F3FC49C-8E8E-5A4D-BC08-4E1650638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" y="1208"/>
              <a:ext cx="10" cy="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0" name="Freeform 69">
              <a:extLst>
                <a:ext uri="{FF2B5EF4-FFF2-40B4-BE49-F238E27FC236}">
                  <a16:creationId xmlns:a16="http://schemas.microsoft.com/office/drawing/2014/main" id="{9025A37A-9DE8-2148-9D43-193F521D1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0" y="843"/>
              <a:ext cx="945" cy="1112"/>
            </a:xfrm>
            <a:custGeom>
              <a:avLst/>
              <a:gdLst>
                <a:gd name="T0" fmla="*/ 342 w 495"/>
                <a:gd name="T1" fmla="*/ 490 h 581"/>
                <a:gd name="T2" fmla="*/ 266 w 495"/>
                <a:gd name="T3" fmla="*/ 393 h 581"/>
                <a:gd name="T4" fmla="*/ 155 w 495"/>
                <a:gd name="T5" fmla="*/ 426 h 581"/>
                <a:gd name="T6" fmla="*/ 158 w 495"/>
                <a:gd name="T7" fmla="*/ 351 h 581"/>
                <a:gd name="T8" fmla="*/ 108 w 495"/>
                <a:gd name="T9" fmla="*/ 266 h 581"/>
                <a:gd name="T10" fmla="*/ 117 w 495"/>
                <a:gd name="T11" fmla="*/ 114 h 581"/>
                <a:gd name="T12" fmla="*/ 157 w 495"/>
                <a:gd name="T13" fmla="*/ 119 h 581"/>
                <a:gd name="T14" fmla="*/ 167 w 495"/>
                <a:gd name="T15" fmla="*/ 129 h 581"/>
                <a:gd name="T16" fmla="*/ 172 w 495"/>
                <a:gd name="T17" fmla="*/ 169 h 581"/>
                <a:gd name="T18" fmla="*/ 67 w 495"/>
                <a:gd name="T19" fmla="*/ 266 h 581"/>
                <a:gd name="T20" fmla="*/ 152 w 495"/>
                <a:gd name="T21" fmla="*/ 111 h 581"/>
                <a:gd name="T22" fmla="*/ 142 w 495"/>
                <a:gd name="T23" fmla="*/ 149 h 581"/>
                <a:gd name="T24" fmla="*/ 180 w 495"/>
                <a:gd name="T25" fmla="*/ 133 h 581"/>
                <a:gd name="T26" fmla="*/ 181 w 495"/>
                <a:gd name="T27" fmla="*/ 47 h 581"/>
                <a:gd name="T28" fmla="*/ 196 w 495"/>
                <a:gd name="T29" fmla="*/ 283 h 581"/>
                <a:gd name="T30" fmla="*/ 198 w 495"/>
                <a:gd name="T31" fmla="*/ 136 h 581"/>
                <a:gd name="T32" fmla="*/ 201 w 495"/>
                <a:gd name="T33" fmla="*/ 5 h 581"/>
                <a:gd name="T34" fmla="*/ 211 w 495"/>
                <a:gd name="T35" fmla="*/ 61 h 581"/>
                <a:gd name="T36" fmla="*/ 255 w 495"/>
                <a:gd name="T37" fmla="*/ 145 h 581"/>
                <a:gd name="T38" fmla="*/ 278 w 495"/>
                <a:gd name="T39" fmla="*/ 84 h 581"/>
                <a:gd name="T40" fmla="*/ 357 w 495"/>
                <a:gd name="T41" fmla="*/ 54 h 581"/>
                <a:gd name="T42" fmla="*/ 411 w 495"/>
                <a:gd name="T43" fmla="*/ 93 h 581"/>
                <a:gd name="T44" fmla="*/ 430 w 495"/>
                <a:gd name="T45" fmla="*/ 95 h 581"/>
                <a:gd name="T46" fmla="*/ 463 w 495"/>
                <a:gd name="T47" fmla="*/ 155 h 581"/>
                <a:gd name="T48" fmla="*/ 221 w 495"/>
                <a:gd name="T49" fmla="*/ 279 h 581"/>
                <a:gd name="T50" fmla="*/ 349 w 495"/>
                <a:gd name="T51" fmla="*/ 257 h 581"/>
                <a:gd name="T52" fmla="*/ 398 w 495"/>
                <a:gd name="T53" fmla="*/ 210 h 581"/>
                <a:gd name="T54" fmla="*/ 406 w 495"/>
                <a:gd name="T55" fmla="*/ 220 h 581"/>
                <a:gd name="T56" fmla="*/ 411 w 495"/>
                <a:gd name="T57" fmla="*/ 451 h 581"/>
                <a:gd name="T58" fmla="*/ 406 w 495"/>
                <a:gd name="T59" fmla="*/ 321 h 581"/>
                <a:gd name="T60" fmla="*/ 468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0 w 495"/>
                <a:gd name="T67" fmla="*/ 188 h 581"/>
                <a:gd name="T68" fmla="*/ 364 w 495"/>
                <a:gd name="T69" fmla="*/ 225 h 581"/>
                <a:gd name="T70" fmla="*/ 360 w 495"/>
                <a:gd name="T71" fmla="*/ 188 h 581"/>
                <a:gd name="T72" fmla="*/ 386 w 495"/>
                <a:gd name="T73" fmla="*/ 356 h 581"/>
                <a:gd name="T74" fmla="*/ 220 w 495"/>
                <a:gd name="T75" fmla="*/ 351 h 581"/>
                <a:gd name="T76" fmla="*/ 235 w 495"/>
                <a:gd name="T77" fmla="*/ 315 h 581"/>
                <a:gd name="T78" fmla="*/ 206 w 495"/>
                <a:gd name="T79" fmla="*/ 172 h 581"/>
                <a:gd name="T80" fmla="*/ 238 w 495"/>
                <a:gd name="T81" fmla="*/ 167 h 581"/>
                <a:gd name="T82" fmla="*/ 251 w 495"/>
                <a:gd name="T83" fmla="*/ 158 h 581"/>
                <a:gd name="T84" fmla="*/ 269 w 495"/>
                <a:gd name="T85" fmla="*/ 131 h 581"/>
                <a:gd name="T86" fmla="*/ 278 w 495"/>
                <a:gd name="T87" fmla="*/ 100 h 581"/>
                <a:gd name="T88" fmla="*/ 393 w 495"/>
                <a:gd name="T89" fmla="*/ 130 h 581"/>
                <a:gd name="T90" fmla="*/ 438 w 495"/>
                <a:gd name="T91" fmla="*/ 100 h 581"/>
                <a:gd name="T92" fmla="*/ 438 w 495"/>
                <a:gd name="T93" fmla="*/ 154 h 581"/>
                <a:gd name="T94" fmla="*/ 456 w 495"/>
                <a:gd name="T95" fmla="*/ 159 h 581"/>
                <a:gd name="T96" fmla="*/ 474 w 495"/>
                <a:gd name="T97" fmla="*/ 100 h 581"/>
                <a:gd name="T98" fmla="*/ 455 w 495"/>
                <a:gd name="T99" fmla="*/ 80 h 581"/>
                <a:gd name="T100" fmla="*/ 343 w 495"/>
                <a:gd name="T101" fmla="*/ 34 h 581"/>
                <a:gd name="T102" fmla="*/ 206 w 495"/>
                <a:gd name="T103" fmla="*/ 0 h 581"/>
                <a:gd name="T104" fmla="*/ 173 w 495"/>
                <a:gd name="T105" fmla="*/ 7 h 581"/>
                <a:gd name="T106" fmla="*/ 143 w 495"/>
                <a:gd name="T107" fmla="*/ 23 h 581"/>
                <a:gd name="T108" fmla="*/ 121 w 495"/>
                <a:gd name="T109" fmla="*/ 51 h 581"/>
                <a:gd name="T110" fmla="*/ 148 w 495"/>
                <a:gd name="T111" fmla="*/ 83 h 581"/>
                <a:gd name="T112" fmla="*/ 59 w 495"/>
                <a:gd name="T113" fmla="*/ 98 h 581"/>
                <a:gd name="T114" fmla="*/ 108 w 495"/>
                <a:gd name="T115" fmla="*/ 286 h 581"/>
                <a:gd name="T116" fmla="*/ 152 w 495"/>
                <a:gd name="T117" fmla="*/ 307 h 581"/>
                <a:gd name="T118" fmla="*/ 102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69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89" y="371"/>
                    <a:pt x="289" y="371"/>
                    <a:pt x="289" y="371"/>
                  </a:cubicBezTo>
                  <a:cubicBezTo>
                    <a:pt x="298" y="361"/>
                    <a:pt x="298" y="361"/>
                    <a:pt x="298" y="361"/>
                  </a:cubicBezTo>
                  <a:cubicBezTo>
                    <a:pt x="337" y="349"/>
                    <a:pt x="337" y="349"/>
                    <a:pt x="337" y="349"/>
                  </a:cubicBezTo>
                  <a:cubicBezTo>
                    <a:pt x="376" y="362"/>
                    <a:pt x="376" y="362"/>
                    <a:pt x="376" y="362"/>
                  </a:cubicBezTo>
                  <a:lnTo>
                    <a:pt x="369" y="368"/>
                  </a:lnTo>
                  <a:close/>
                  <a:moveTo>
                    <a:pt x="342" y="490"/>
                  </a:moveTo>
                  <a:cubicBezTo>
                    <a:pt x="337" y="470"/>
                    <a:pt x="337" y="470"/>
                    <a:pt x="337" y="470"/>
                  </a:cubicBezTo>
                  <a:cubicBezTo>
                    <a:pt x="349" y="422"/>
                    <a:pt x="349" y="422"/>
                    <a:pt x="349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93"/>
                    <a:pt x="375" y="493"/>
                    <a:pt x="375" y="493"/>
                  </a:cubicBezTo>
                  <a:cubicBezTo>
                    <a:pt x="364" y="492"/>
                    <a:pt x="353" y="491"/>
                    <a:pt x="342" y="490"/>
                  </a:cubicBezTo>
                  <a:close/>
                  <a:moveTo>
                    <a:pt x="266" y="393"/>
                  </a:moveTo>
                  <a:cubicBezTo>
                    <a:pt x="299" y="401"/>
                    <a:pt x="299" y="401"/>
                    <a:pt x="299" y="401"/>
                  </a:cubicBezTo>
                  <a:cubicBezTo>
                    <a:pt x="344" y="384"/>
                    <a:pt x="344" y="384"/>
                    <a:pt x="344" y="384"/>
                  </a:cubicBezTo>
                  <a:cubicBezTo>
                    <a:pt x="369" y="396"/>
                    <a:pt x="369" y="396"/>
                    <a:pt x="369" y="396"/>
                  </a:cubicBezTo>
                  <a:cubicBezTo>
                    <a:pt x="344" y="392"/>
                    <a:pt x="344" y="392"/>
                    <a:pt x="344" y="392"/>
                  </a:cubicBezTo>
                  <a:cubicBezTo>
                    <a:pt x="298" y="409"/>
                    <a:pt x="298" y="409"/>
                    <a:pt x="298" y="409"/>
                  </a:cubicBezTo>
                  <a:lnTo>
                    <a:pt x="266" y="393"/>
                  </a:lnTo>
                  <a:close/>
                  <a:moveTo>
                    <a:pt x="171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0" y="407"/>
                    <a:pt x="170" y="407"/>
                    <a:pt x="170" y="407"/>
                  </a:cubicBezTo>
                  <a:cubicBezTo>
                    <a:pt x="185" y="457"/>
                    <a:pt x="185" y="457"/>
                    <a:pt x="185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1" y="472"/>
                  </a:lnTo>
                  <a:close/>
                  <a:moveTo>
                    <a:pt x="154" y="326"/>
                  </a:moveTo>
                  <a:cubicBezTo>
                    <a:pt x="158" y="326"/>
                    <a:pt x="158" y="326"/>
                    <a:pt x="158" y="326"/>
                  </a:cubicBezTo>
                  <a:cubicBezTo>
                    <a:pt x="158" y="351"/>
                    <a:pt x="158" y="351"/>
                    <a:pt x="158" y="351"/>
                  </a:cubicBezTo>
                  <a:cubicBezTo>
                    <a:pt x="154" y="351"/>
                    <a:pt x="154" y="351"/>
                    <a:pt x="154" y="351"/>
                  </a:cubicBezTo>
                  <a:lnTo>
                    <a:pt x="154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8" y="266"/>
                    <a:pt x="78" y="266"/>
                    <a:pt x="78" y="266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109" y="98"/>
                    <a:pt x="109" y="98"/>
                    <a:pt x="109" y="98"/>
                  </a:cubicBezTo>
                  <a:cubicBezTo>
                    <a:pt x="148" y="98"/>
                    <a:pt x="148" y="98"/>
                    <a:pt x="148" y="98"/>
                  </a:cubicBezTo>
                  <a:cubicBezTo>
                    <a:pt x="149" y="99"/>
                    <a:pt x="149" y="100"/>
                    <a:pt x="149" y="101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6"/>
                    <a:pt x="156" y="118"/>
                    <a:pt x="157" y="119"/>
                  </a:cubicBezTo>
                  <a:cubicBezTo>
                    <a:pt x="133" y="143"/>
                    <a:pt x="133" y="143"/>
                    <a:pt x="133" y="143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8" y="144"/>
                    <a:pt x="128" y="144"/>
                    <a:pt x="128" y="144"/>
                  </a:cubicBezTo>
                  <a:cubicBezTo>
                    <a:pt x="142" y="158"/>
                    <a:pt x="142" y="158"/>
                    <a:pt x="142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7" y="129"/>
                    <a:pt x="167" y="129"/>
                    <a:pt x="167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8" y="163"/>
                    <a:pt x="158" y="163"/>
                    <a:pt x="158" y="163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4" y="166"/>
                    <a:pt x="154" y="166"/>
                    <a:pt x="154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4" y="169"/>
                    <a:pt x="174" y="169"/>
                    <a:pt x="174" y="169"/>
                  </a:cubicBezTo>
                  <a:cubicBezTo>
                    <a:pt x="172" y="169"/>
                    <a:pt x="172" y="169"/>
                    <a:pt x="172" y="169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6" y="138"/>
                    <a:pt x="187" y="138"/>
                    <a:pt x="189" y="138"/>
                  </a:cubicBezTo>
                  <a:cubicBezTo>
                    <a:pt x="189" y="172"/>
                    <a:pt x="189" y="172"/>
                    <a:pt x="189" y="172"/>
                  </a:cubicBezTo>
                  <a:cubicBezTo>
                    <a:pt x="187" y="172"/>
                    <a:pt x="187" y="172"/>
                    <a:pt x="187" y="172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3" y="266"/>
                  </a:moveTo>
                  <a:cubicBezTo>
                    <a:pt x="67" y="266"/>
                    <a:pt x="67" y="266"/>
                    <a:pt x="67" y="266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73" y="100"/>
                    <a:pt x="73" y="100"/>
                    <a:pt x="73" y="100"/>
                  </a:cubicBezTo>
                  <a:lnTo>
                    <a:pt x="73" y="266"/>
                  </a:lnTo>
                  <a:close/>
                  <a:moveTo>
                    <a:pt x="152" y="111"/>
                  </a:moveTo>
                  <a:cubicBezTo>
                    <a:pt x="153" y="112"/>
                    <a:pt x="153" y="112"/>
                    <a:pt x="153" y="113"/>
                  </a:cubicBezTo>
                  <a:cubicBezTo>
                    <a:pt x="124" y="125"/>
                    <a:pt x="124" y="125"/>
                    <a:pt x="124" y="125"/>
                  </a:cubicBezTo>
                  <a:cubicBezTo>
                    <a:pt x="123" y="123"/>
                    <a:pt x="123" y="123"/>
                    <a:pt x="123" y="123"/>
                  </a:cubicBezTo>
                  <a:lnTo>
                    <a:pt x="152" y="111"/>
                  </a:lnTo>
                  <a:close/>
                  <a:moveTo>
                    <a:pt x="122" y="57"/>
                  </a:moveTo>
                  <a:cubicBezTo>
                    <a:pt x="122" y="55"/>
                    <a:pt x="122" y="55"/>
                    <a:pt x="122" y="55"/>
                  </a:cubicBezTo>
                  <a:cubicBezTo>
                    <a:pt x="155" y="69"/>
                    <a:pt x="155" y="69"/>
                    <a:pt x="155" y="69"/>
                  </a:cubicBezTo>
                  <a:cubicBezTo>
                    <a:pt x="154" y="71"/>
                    <a:pt x="154" y="71"/>
                    <a:pt x="154" y="71"/>
                  </a:cubicBezTo>
                  <a:lnTo>
                    <a:pt x="122" y="57"/>
                  </a:lnTo>
                  <a:close/>
                  <a:moveTo>
                    <a:pt x="165" y="124"/>
                  </a:moveTo>
                  <a:cubicBezTo>
                    <a:pt x="166" y="125"/>
                    <a:pt x="166" y="125"/>
                    <a:pt x="167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5" y="124"/>
                  </a:lnTo>
                  <a:close/>
                  <a:moveTo>
                    <a:pt x="139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5" y="57"/>
                    <a:pt x="165" y="57"/>
                    <a:pt x="165" y="57"/>
                  </a:cubicBezTo>
                  <a:lnTo>
                    <a:pt x="139" y="29"/>
                  </a:lnTo>
                  <a:close/>
                  <a:moveTo>
                    <a:pt x="180" y="133"/>
                  </a:moveTo>
                  <a:cubicBezTo>
                    <a:pt x="181" y="134"/>
                    <a:pt x="182" y="134"/>
                    <a:pt x="183" y="134"/>
                  </a:cubicBezTo>
                  <a:cubicBezTo>
                    <a:pt x="169" y="166"/>
                    <a:pt x="169" y="166"/>
                    <a:pt x="169" y="166"/>
                  </a:cubicBezTo>
                  <a:cubicBezTo>
                    <a:pt x="167" y="166"/>
                    <a:pt x="167" y="166"/>
                    <a:pt x="167" y="166"/>
                  </a:cubicBezTo>
                  <a:lnTo>
                    <a:pt x="180" y="133"/>
                  </a:lnTo>
                  <a:close/>
                  <a:moveTo>
                    <a:pt x="166" y="11"/>
                  </a:moveTo>
                  <a:cubicBezTo>
                    <a:pt x="170" y="18"/>
                    <a:pt x="170" y="18"/>
                    <a:pt x="170" y="18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3" y="46"/>
                    <a:pt x="182" y="47"/>
                    <a:pt x="181" y="47"/>
                  </a:cubicBezTo>
                  <a:lnTo>
                    <a:pt x="166" y="11"/>
                  </a:lnTo>
                  <a:close/>
                  <a:moveTo>
                    <a:pt x="196" y="324"/>
                  </a:moveTo>
                  <a:cubicBezTo>
                    <a:pt x="196" y="324"/>
                    <a:pt x="196" y="324"/>
                    <a:pt x="196" y="324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6" y="351"/>
                    <a:pt x="196" y="351"/>
                    <a:pt x="196" y="351"/>
                  </a:cubicBezTo>
                  <a:lnTo>
                    <a:pt x="196" y="324"/>
                  </a:lnTo>
                  <a:close/>
                  <a:moveTo>
                    <a:pt x="196" y="283"/>
                  </a:moveTo>
                  <a:cubicBezTo>
                    <a:pt x="196" y="283"/>
                    <a:pt x="196" y="283"/>
                    <a:pt x="196" y="283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6" y="283"/>
                  </a:lnTo>
                  <a:close/>
                  <a:moveTo>
                    <a:pt x="196" y="172"/>
                  </a:moveTo>
                  <a:cubicBezTo>
                    <a:pt x="198" y="172"/>
                    <a:pt x="198" y="172"/>
                    <a:pt x="198" y="172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1" y="136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6" y="267"/>
                    <a:pt x="196" y="267"/>
                    <a:pt x="196" y="267"/>
                  </a:cubicBezTo>
                  <a:lnTo>
                    <a:pt x="196" y="172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0" y="45"/>
                    <a:pt x="199" y="45"/>
                    <a:pt x="199" y="45"/>
                  </a:cubicBezTo>
                  <a:lnTo>
                    <a:pt x="199" y="5"/>
                  </a:lnTo>
                  <a:close/>
                  <a:moveTo>
                    <a:pt x="211" y="61"/>
                  </a:moveTo>
                  <a:cubicBezTo>
                    <a:pt x="217" y="61"/>
                    <a:pt x="221" y="66"/>
                    <a:pt x="221" y="72"/>
                  </a:cubicBezTo>
                  <a:cubicBezTo>
                    <a:pt x="221" y="77"/>
                    <a:pt x="217" y="82"/>
                    <a:pt x="211" y="82"/>
                  </a:cubicBezTo>
                  <a:cubicBezTo>
                    <a:pt x="206" y="82"/>
                    <a:pt x="201" y="77"/>
                    <a:pt x="201" y="72"/>
                  </a:cubicBezTo>
                  <a:cubicBezTo>
                    <a:pt x="201" y="66"/>
                    <a:pt x="206" y="61"/>
                    <a:pt x="211" y="61"/>
                  </a:cubicBezTo>
                  <a:close/>
                  <a:moveTo>
                    <a:pt x="231" y="164"/>
                  </a:moveTo>
                  <a:cubicBezTo>
                    <a:pt x="229" y="164"/>
                    <a:pt x="229" y="164"/>
                    <a:pt x="229" y="164"/>
                  </a:cubicBezTo>
                  <a:cubicBezTo>
                    <a:pt x="216" y="132"/>
                    <a:pt x="216" y="132"/>
                    <a:pt x="216" y="132"/>
                  </a:cubicBezTo>
                  <a:cubicBezTo>
                    <a:pt x="219" y="130"/>
                    <a:pt x="219" y="130"/>
                    <a:pt x="219" y="130"/>
                  </a:cubicBezTo>
                  <a:lnTo>
                    <a:pt x="231" y="164"/>
                  </a:lnTo>
                  <a:close/>
                  <a:moveTo>
                    <a:pt x="232" y="119"/>
                  </a:moveTo>
                  <a:cubicBezTo>
                    <a:pt x="257" y="144"/>
                    <a:pt x="257" y="144"/>
                    <a:pt x="257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31" y="121"/>
                    <a:pt x="231" y="121"/>
                    <a:pt x="231" y="121"/>
                  </a:cubicBezTo>
                  <a:cubicBezTo>
                    <a:pt x="231" y="120"/>
                    <a:pt x="232" y="119"/>
                    <a:pt x="232" y="119"/>
                  </a:cubicBezTo>
                  <a:close/>
                  <a:moveTo>
                    <a:pt x="240" y="103"/>
                  </a:moveTo>
                  <a:cubicBezTo>
                    <a:pt x="272" y="116"/>
                    <a:pt x="272" y="116"/>
                    <a:pt x="272" y="116"/>
                  </a:cubicBezTo>
                  <a:cubicBezTo>
                    <a:pt x="271" y="118"/>
                    <a:pt x="271" y="118"/>
                    <a:pt x="271" y="118"/>
                  </a:cubicBezTo>
                  <a:cubicBezTo>
                    <a:pt x="240" y="105"/>
                    <a:pt x="240" y="105"/>
                    <a:pt x="240" y="105"/>
                  </a:cubicBezTo>
                  <a:cubicBezTo>
                    <a:pt x="240" y="104"/>
                    <a:pt x="240" y="103"/>
                    <a:pt x="240" y="103"/>
                  </a:cubicBezTo>
                  <a:close/>
                  <a:moveTo>
                    <a:pt x="278" y="84"/>
                  </a:moveTo>
                  <a:cubicBezTo>
                    <a:pt x="374" y="84"/>
                    <a:pt x="374" y="84"/>
                    <a:pt x="374" y="84"/>
                  </a:cubicBezTo>
                  <a:cubicBezTo>
                    <a:pt x="374" y="88"/>
                    <a:pt x="374" y="88"/>
                    <a:pt x="374" y="88"/>
                  </a:cubicBezTo>
                  <a:cubicBezTo>
                    <a:pt x="278" y="88"/>
                    <a:pt x="278" y="88"/>
                    <a:pt x="278" y="88"/>
                  </a:cubicBezTo>
                  <a:lnTo>
                    <a:pt x="278" y="84"/>
                  </a:lnTo>
                  <a:close/>
                  <a:moveTo>
                    <a:pt x="359" y="56"/>
                  </a:moveTo>
                  <a:cubicBezTo>
                    <a:pt x="361" y="80"/>
                    <a:pt x="361" y="80"/>
                    <a:pt x="361" y="80"/>
                  </a:cubicBezTo>
                  <a:cubicBezTo>
                    <a:pt x="359" y="80"/>
                    <a:pt x="359" y="80"/>
                    <a:pt x="359" y="80"/>
                  </a:cubicBezTo>
                  <a:cubicBezTo>
                    <a:pt x="357" y="54"/>
                    <a:pt x="357" y="54"/>
                    <a:pt x="357" y="54"/>
                  </a:cubicBezTo>
                  <a:lnTo>
                    <a:pt x="359" y="56"/>
                  </a:lnTo>
                  <a:close/>
                  <a:moveTo>
                    <a:pt x="370" y="68"/>
                  </a:moveTo>
                  <a:cubicBezTo>
                    <a:pt x="397" y="84"/>
                    <a:pt x="397" y="84"/>
                    <a:pt x="397" y="84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8"/>
                  </a:lnTo>
                  <a:close/>
                  <a:moveTo>
                    <a:pt x="411" y="89"/>
                  </a:moveTo>
                  <a:cubicBezTo>
                    <a:pt x="411" y="93"/>
                    <a:pt x="411" y="93"/>
                    <a:pt x="411" y="93"/>
                  </a:cubicBezTo>
                  <a:cubicBezTo>
                    <a:pt x="381" y="99"/>
                    <a:pt x="381" y="99"/>
                    <a:pt x="381" y="99"/>
                  </a:cubicBezTo>
                  <a:cubicBezTo>
                    <a:pt x="377" y="97"/>
                    <a:pt x="377" y="97"/>
                    <a:pt x="377" y="97"/>
                  </a:cubicBezTo>
                  <a:lnTo>
                    <a:pt x="411" y="89"/>
                  </a:lnTo>
                  <a:close/>
                  <a:moveTo>
                    <a:pt x="430" y="95"/>
                  </a:moveTo>
                  <a:cubicBezTo>
                    <a:pt x="402" y="131"/>
                    <a:pt x="402" y="131"/>
                    <a:pt x="402" y="131"/>
                  </a:cubicBezTo>
                  <a:cubicBezTo>
                    <a:pt x="399" y="127"/>
                    <a:pt x="399" y="127"/>
                    <a:pt x="399" y="127"/>
                  </a:cubicBezTo>
                  <a:cubicBezTo>
                    <a:pt x="427" y="91"/>
                    <a:pt x="427" y="91"/>
                    <a:pt x="427" y="91"/>
                  </a:cubicBezTo>
                  <a:lnTo>
                    <a:pt x="430" y="95"/>
                  </a:lnTo>
                  <a:close/>
                  <a:moveTo>
                    <a:pt x="446" y="98"/>
                  </a:moveTo>
                  <a:cubicBezTo>
                    <a:pt x="431" y="144"/>
                    <a:pt x="431" y="144"/>
                    <a:pt x="431" y="144"/>
                  </a:cubicBezTo>
                  <a:cubicBezTo>
                    <a:pt x="429" y="143"/>
                    <a:pt x="429" y="143"/>
                    <a:pt x="429" y="143"/>
                  </a:cubicBezTo>
                  <a:cubicBezTo>
                    <a:pt x="444" y="96"/>
                    <a:pt x="444" y="96"/>
                    <a:pt x="444" y="96"/>
                  </a:cubicBezTo>
                  <a:lnTo>
                    <a:pt x="446" y="98"/>
                  </a:lnTo>
                  <a:close/>
                  <a:moveTo>
                    <a:pt x="460" y="96"/>
                  </a:moveTo>
                  <a:cubicBezTo>
                    <a:pt x="463" y="96"/>
                    <a:pt x="463" y="96"/>
                    <a:pt x="463" y="96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0" y="155"/>
                    <a:pt x="460" y="155"/>
                    <a:pt x="460" y="155"/>
                  </a:cubicBezTo>
                  <a:lnTo>
                    <a:pt x="460" y="96"/>
                  </a:lnTo>
                  <a:close/>
                  <a:moveTo>
                    <a:pt x="206" y="286"/>
                  </a:moveTo>
                  <a:cubicBezTo>
                    <a:pt x="216" y="286"/>
                    <a:pt x="216" y="286"/>
                    <a:pt x="216" y="286"/>
                  </a:cubicBezTo>
                  <a:cubicBezTo>
                    <a:pt x="216" y="307"/>
                    <a:pt x="216" y="307"/>
                    <a:pt x="216" y="307"/>
                  </a:cubicBezTo>
                  <a:cubicBezTo>
                    <a:pt x="206" y="307"/>
                    <a:pt x="206" y="307"/>
                    <a:pt x="206" y="307"/>
                  </a:cubicBezTo>
                  <a:lnTo>
                    <a:pt x="206" y="286"/>
                  </a:lnTo>
                  <a:close/>
                  <a:moveTo>
                    <a:pt x="221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1" y="309"/>
                    <a:pt x="221" y="309"/>
                    <a:pt x="221" y="309"/>
                  </a:cubicBezTo>
                  <a:lnTo>
                    <a:pt x="221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49" y="257"/>
                    <a:pt x="349" y="257"/>
                    <a:pt x="349" y="257"/>
                  </a:cubicBezTo>
                  <a:cubicBezTo>
                    <a:pt x="364" y="285"/>
                    <a:pt x="364" y="285"/>
                    <a:pt x="364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0" y="182"/>
                    <a:pt x="400" y="182"/>
                    <a:pt x="400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4" y="210"/>
                    <a:pt x="394" y="210"/>
                    <a:pt x="394" y="210"/>
                  </a:cubicBezTo>
                  <a:cubicBezTo>
                    <a:pt x="394" y="204"/>
                    <a:pt x="394" y="204"/>
                    <a:pt x="394" y="204"/>
                  </a:cubicBezTo>
                  <a:cubicBezTo>
                    <a:pt x="399" y="204"/>
                    <a:pt x="399" y="204"/>
                    <a:pt x="399" y="204"/>
                  </a:cubicBezTo>
                  <a:cubicBezTo>
                    <a:pt x="399" y="202"/>
                    <a:pt x="399" y="202"/>
                    <a:pt x="399" y="202"/>
                  </a:cubicBezTo>
                  <a:cubicBezTo>
                    <a:pt x="394" y="202"/>
                    <a:pt x="394" y="202"/>
                    <a:pt x="394" y="202"/>
                  </a:cubicBezTo>
                  <a:cubicBezTo>
                    <a:pt x="394" y="192"/>
                    <a:pt x="394" y="192"/>
                    <a:pt x="394" y="192"/>
                  </a:cubicBezTo>
                  <a:lnTo>
                    <a:pt x="397" y="192"/>
                  </a:lnTo>
                  <a:close/>
                  <a:moveTo>
                    <a:pt x="406" y="220"/>
                  </a:moveTo>
                  <a:cubicBezTo>
                    <a:pt x="400" y="220"/>
                    <a:pt x="400" y="220"/>
                    <a:pt x="400" y="220"/>
                  </a:cubicBezTo>
                  <a:cubicBezTo>
                    <a:pt x="400" y="212"/>
                    <a:pt x="400" y="212"/>
                    <a:pt x="400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6" y="220"/>
                  </a:lnTo>
                  <a:close/>
                  <a:moveTo>
                    <a:pt x="413" y="497"/>
                  </a:moveTo>
                  <a:cubicBezTo>
                    <a:pt x="426" y="429"/>
                    <a:pt x="426" y="429"/>
                    <a:pt x="426" y="429"/>
                  </a:cubicBezTo>
                  <a:cubicBezTo>
                    <a:pt x="422" y="403"/>
                    <a:pt x="422" y="403"/>
                    <a:pt x="422" y="403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05" y="451"/>
                    <a:pt x="405" y="451"/>
                    <a:pt x="405" y="451"/>
                  </a:cubicBezTo>
                  <a:cubicBezTo>
                    <a:pt x="405" y="408"/>
                    <a:pt x="405" y="408"/>
                    <a:pt x="405" y="408"/>
                  </a:cubicBezTo>
                  <a:cubicBezTo>
                    <a:pt x="423" y="395"/>
                    <a:pt x="423" y="395"/>
                    <a:pt x="423" y="395"/>
                  </a:cubicBezTo>
                  <a:cubicBezTo>
                    <a:pt x="432" y="320"/>
                    <a:pt x="432" y="320"/>
                    <a:pt x="432" y="320"/>
                  </a:cubicBezTo>
                  <a:cubicBezTo>
                    <a:pt x="397" y="401"/>
                    <a:pt x="397" y="401"/>
                    <a:pt x="397" y="401"/>
                  </a:cubicBezTo>
                  <a:cubicBezTo>
                    <a:pt x="395" y="401"/>
                    <a:pt x="395" y="401"/>
                    <a:pt x="395" y="401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406" y="321"/>
                    <a:pt x="406" y="321"/>
                    <a:pt x="406" y="321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12" y="284"/>
                    <a:pt x="412" y="284"/>
                    <a:pt x="412" y="284"/>
                  </a:cubicBezTo>
                  <a:cubicBezTo>
                    <a:pt x="403" y="302"/>
                    <a:pt x="403" y="302"/>
                    <a:pt x="403" y="302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5" y="296"/>
                    <a:pt x="455" y="296"/>
                    <a:pt x="455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8" y="184"/>
                    <a:pt x="468" y="184"/>
                    <a:pt x="468" y="184"/>
                  </a:cubicBezTo>
                  <a:cubicBezTo>
                    <a:pt x="481" y="173"/>
                    <a:pt x="481" y="173"/>
                    <a:pt x="481" y="173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61" y="176"/>
                    <a:pt x="461" y="176"/>
                    <a:pt x="461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6" y="228"/>
                    <a:pt x="416" y="228"/>
                    <a:pt x="416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5" y="240"/>
                    <a:pt x="415" y="240"/>
                    <a:pt x="415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2" y="265"/>
                    <a:pt x="412" y="265"/>
                    <a:pt x="412" y="265"/>
                  </a:cubicBezTo>
                  <a:cubicBezTo>
                    <a:pt x="393" y="258"/>
                    <a:pt x="393" y="258"/>
                    <a:pt x="393" y="258"/>
                  </a:cubicBezTo>
                  <a:cubicBezTo>
                    <a:pt x="376" y="267"/>
                    <a:pt x="376" y="267"/>
                    <a:pt x="376" y="267"/>
                  </a:cubicBezTo>
                  <a:cubicBezTo>
                    <a:pt x="367" y="256"/>
                    <a:pt x="367" y="256"/>
                    <a:pt x="367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6" y="251"/>
                    <a:pt x="386" y="251"/>
                    <a:pt x="386" y="251"/>
                  </a:cubicBezTo>
                  <a:cubicBezTo>
                    <a:pt x="393" y="230"/>
                    <a:pt x="393" y="230"/>
                    <a:pt x="393" y="230"/>
                  </a:cubicBezTo>
                  <a:cubicBezTo>
                    <a:pt x="410" y="232"/>
                    <a:pt x="410" y="232"/>
                    <a:pt x="410" y="232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14" y="228"/>
                    <a:pt x="414" y="228"/>
                    <a:pt x="414" y="228"/>
                  </a:cubicBezTo>
                  <a:cubicBezTo>
                    <a:pt x="411" y="220"/>
                    <a:pt x="411" y="220"/>
                    <a:pt x="411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0" y="188"/>
                    <a:pt x="420" y="188"/>
                    <a:pt x="420" y="188"/>
                  </a:cubicBezTo>
                  <a:cubicBezTo>
                    <a:pt x="405" y="176"/>
                    <a:pt x="405" y="176"/>
                    <a:pt x="405" y="176"/>
                  </a:cubicBezTo>
                  <a:cubicBezTo>
                    <a:pt x="393" y="176"/>
                    <a:pt x="393" y="176"/>
                    <a:pt x="393" y="176"/>
                  </a:cubicBezTo>
                  <a:cubicBezTo>
                    <a:pt x="383" y="184"/>
                    <a:pt x="383" y="184"/>
                    <a:pt x="383" y="184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77" y="118"/>
                    <a:pt x="377" y="118"/>
                    <a:pt x="377" y="118"/>
                  </a:cubicBezTo>
                  <a:cubicBezTo>
                    <a:pt x="374" y="221"/>
                    <a:pt x="374" y="221"/>
                    <a:pt x="374" y="221"/>
                  </a:cubicBezTo>
                  <a:cubicBezTo>
                    <a:pt x="367" y="234"/>
                    <a:pt x="367" y="234"/>
                    <a:pt x="367" y="234"/>
                  </a:cubicBezTo>
                  <a:cubicBezTo>
                    <a:pt x="367" y="234"/>
                    <a:pt x="366" y="232"/>
                    <a:pt x="364" y="225"/>
                  </a:cubicBezTo>
                  <a:cubicBezTo>
                    <a:pt x="362" y="219"/>
                    <a:pt x="365" y="200"/>
                    <a:pt x="365" y="200"/>
                  </a:cubicBezTo>
                  <a:cubicBezTo>
                    <a:pt x="372" y="120"/>
                    <a:pt x="372" y="120"/>
                    <a:pt x="372" y="120"/>
                  </a:cubicBezTo>
                  <a:cubicBezTo>
                    <a:pt x="366" y="127"/>
                    <a:pt x="366" y="127"/>
                    <a:pt x="366" y="127"/>
                  </a:cubicBezTo>
                  <a:cubicBezTo>
                    <a:pt x="362" y="176"/>
                    <a:pt x="362" y="176"/>
                    <a:pt x="362" y="176"/>
                  </a:cubicBezTo>
                  <a:cubicBezTo>
                    <a:pt x="344" y="189"/>
                    <a:pt x="344" y="189"/>
                    <a:pt x="344" y="189"/>
                  </a:cubicBezTo>
                  <a:cubicBezTo>
                    <a:pt x="339" y="216"/>
                    <a:pt x="339" y="216"/>
                    <a:pt x="339" y="216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0" y="188"/>
                    <a:pt x="360" y="188"/>
                    <a:pt x="360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29" y="270"/>
                    <a:pt x="329" y="270"/>
                    <a:pt x="329" y="270"/>
                  </a:cubicBezTo>
                  <a:cubicBezTo>
                    <a:pt x="369" y="305"/>
                    <a:pt x="369" y="305"/>
                    <a:pt x="369" y="305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6" y="356"/>
                    <a:pt x="386" y="356"/>
                    <a:pt x="386" y="356"/>
                  </a:cubicBezTo>
                  <a:cubicBezTo>
                    <a:pt x="349" y="337"/>
                    <a:pt x="349" y="337"/>
                    <a:pt x="349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89" y="318"/>
                    <a:pt x="289" y="318"/>
                    <a:pt x="289" y="318"/>
                  </a:cubicBezTo>
                  <a:cubicBezTo>
                    <a:pt x="252" y="337"/>
                    <a:pt x="252" y="337"/>
                    <a:pt x="252" y="337"/>
                  </a:cubicBezTo>
                  <a:cubicBezTo>
                    <a:pt x="252" y="350"/>
                    <a:pt x="252" y="350"/>
                    <a:pt x="252" y="350"/>
                  </a:cubicBezTo>
                  <a:cubicBezTo>
                    <a:pt x="252" y="367"/>
                    <a:pt x="252" y="367"/>
                    <a:pt x="252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6" y="351"/>
                    <a:pt x="206" y="351"/>
                    <a:pt x="206" y="351"/>
                  </a:cubicBezTo>
                  <a:cubicBezTo>
                    <a:pt x="206" y="326"/>
                    <a:pt x="206" y="326"/>
                    <a:pt x="206" y="326"/>
                  </a:cubicBezTo>
                  <a:cubicBezTo>
                    <a:pt x="226" y="326"/>
                    <a:pt x="226" y="326"/>
                    <a:pt x="226" y="326"/>
                  </a:cubicBezTo>
                  <a:cubicBezTo>
                    <a:pt x="226" y="326"/>
                    <a:pt x="226" y="326"/>
                    <a:pt x="227" y="326"/>
                  </a:cubicBezTo>
                  <a:cubicBezTo>
                    <a:pt x="231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0"/>
                    <a:pt x="231" y="266"/>
                    <a:pt x="227" y="266"/>
                  </a:cubicBezTo>
                  <a:cubicBezTo>
                    <a:pt x="227" y="266"/>
                    <a:pt x="226" y="266"/>
                    <a:pt x="226" y="266"/>
                  </a:cubicBezTo>
                  <a:cubicBezTo>
                    <a:pt x="206" y="266"/>
                    <a:pt x="206" y="266"/>
                    <a:pt x="206" y="266"/>
                  </a:cubicBezTo>
                  <a:cubicBezTo>
                    <a:pt x="206" y="172"/>
                    <a:pt x="206" y="172"/>
                    <a:pt x="206" y="172"/>
                  </a:cubicBezTo>
                  <a:cubicBezTo>
                    <a:pt x="204" y="172"/>
                    <a:pt x="204" y="172"/>
                    <a:pt x="204" y="172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6" y="138"/>
                    <a:pt x="207" y="137"/>
                    <a:pt x="208" y="137"/>
                  </a:cubicBezTo>
                  <a:cubicBezTo>
                    <a:pt x="220" y="169"/>
                    <a:pt x="220" y="169"/>
                    <a:pt x="220" y="169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38" y="167"/>
                    <a:pt x="238" y="167"/>
                    <a:pt x="238" y="167"/>
                  </a:cubicBezTo>
                  <a:cubicBezTo>
                    <a:pt x="237" y="163"/>
                    <a:pt x="237" y="163"/>
                    <a:pt x="237" y="163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2" y="131"/>
                    <a:pt x="222" y="131"/>
                    <a:pt x="222" y="131"/>
                  </a:cubicBezTo>
                  <a:cubicBezTo>
                    <a:pt x="223" y="130"/>
                    <a:pt x="224" y="130"/>
                    <a:pt x="225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35" y="118"/>
                    <a:pt x="235" y="118"/>
                    <a:pt x="235" y="118"/>
                  </a:cubicBezTo>
                  <a:cubicBezTo>
                    <a:pt x="236" y="117"/>
                    <a:pt x="237" y="116"/>
                    <a:pt x="237" y="115"/>
                  </a:cubicBezTo>
                  <a:cubicBezTo>
                    <a:pt x="270" y="128"/>
                    <a:pt x="270" y="128"/>
                    <a:pt x="270" y="128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43" y="101"/>
                    <a:pt x="243" y="101"/>
                    <a:pt x="243" y="101"/>
                  </a:cubicBezTo>
                  <a:cubicBezTo>
                    <a:pt x="243" y="100"/>
                    <a:pt x="243" y="99"/>
                    <a:pt x="243" y="98"/>
                  </a:cubicBezTo>
                  <a:cubicBezTo>
                    <a:pt x="278" y="98"/>
                    <a:pt x="278" y="98"/>
                    <a:pt x="278" y="98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8" y="101"/>
                    <a:pt x="368" y="103"/>
                    <a:pt x="369" y="105"/>
                  </a:cubicBezTo>
                  <a:cubicBezTo>
                    <a:pt x="371" y="109"/>
                    <a:pt x="373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5" y="100"/>
                    <a:pt x="415" y="100"/>
                    <a:pt x="415" y="10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1"/>
                    <a:pt x="395" y="134"/>
                    <a:pt x="398" y="137"/>
                  </a:cubicBezTo>
                  <a:cubicBezTo>
                    <a:pt x="402" y="139"/>
                    <a:pt x="405" y="140"/>
                    <a:pt x="406" y="139"/>
                  </a:cubicBezTo>
                  <a:cubicBezTo>
                    <a:pt x="406" y="139"/>
                    <a:pt x="406" y="139"/>
                    <a:pt x="406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9"/>
                    <a:pt x="425" y="151"/>
                    <a:pt x="429" y="153"/>
                  </a:cubicBezTo>
                  <a:cubicBezTo>
                    <a:pt x="434" y="154"/>
                    <a:pt x="437" y="155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3"/>
                    <a:pt x="438" y="153"/>
                  </a:cubicBezTo>
                  <a:cubicBezTo>
                    <a:pt x="438" y="153"/>
                    <a:pt x="438" y="153"/>
                    <a:pt x="438" y="153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7" y="160"/>
                    <a:pt x="461" y="161"/>
                    <a:pt x="465" y="161"/>
                  </a:cubicBezTo>
                  <a:cubicBezTo>
                    <a:pt x="470" y="161"/>
                    <a:pt x="474" y="160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00"/>
                    <a:pt x="474" y="100"/>
                    <a:pt x="474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5" y="75"/>
                    <a:pt x="373" y="63"/>
                  </a:cubicBezTo>
                  <a:cubicBezTo>
                    <a:pt x="357" y="46"/>
                    <a:pt x="356" y="34"/>
                    <a:pt x="356" y="34"/>
                  </a:cubicBezTo>
                  <a:cubicBezTo>
                    <a:pt x="353" y="34"/>
                    <a:pt x="353" y="34"/>
                    <a:pt x="353" y="34"/>
                  </a:cubicBezTo>
                  <a:cubicBezTo>
                    <a:pt x="353" y="80"/>
                    <a:pt x="353" y="80"/>
                    <a:pt x="353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3" y="80"/>
                    <a:pt x="343" y="80"/>
                    <a:pt x="343" y="80"/>
                  </a:cubicBezTo>
                  <a:cubicBezTo>
                    <a:pt x="278" y="80"/>
                    <a:pt x="278" y="80"/>
                    <a:pt x="278" y="80"/>
                  </a:cubicBezTo>
                  <a:cubicBezTo>
                    <a:pt x="278" y="83"/>
                    <a:pt x="278" y="83"/>
                    <a:pt x="278" y="83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40" y="62"/>
                    <a:pt x="224" y="46"/>
                    <a:pt x="204" y="43"/>
                  </a:cubicBezTo>
                  <a:cubicBezTo>
                    <a:pt x="204" y="4"/>
                    <a:pt x="204" y="4"/>
                    <a:pt x="204" y="4"/>
                  </a:cubicBezTo>
                  <a:cubicBezTo>
                    <a:pt x="206" y="4"/>
                    <a:pt x="206" y="4"/>
                    <a:pt x="206" y="4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9" y="4"/>
                    <a:pt x="189" y="4"/>
                    <a:pt x="189" y="4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8" y="43"/>
                    <a:pt x="186" y="43"/>
                    <a:pt x="185" y="44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1" y="3"/>
                    <a:pt x="171" y="3"/>
                    <a:pt x="171" y="3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1" y="49"/>
                    <a:pt x="171" y="49"/>
                    <a:pt x="171" y="49"/>
                  </a:cubicBezTo>
                  <a:cubicBezTo>
                    <a:pt x="170" y="50"/>
                    <a:pt x="169" y="50"/>
                    <a:pt x="168" y="5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7"/>
                    <a:pt x="129" y="37"/>
                    <a:pt x="129" y="37"/>
                  </a:cubicBezTo>
                  <a:cubicBezTo>
                    <a:pt x="131" y="35"/>
                    <a:pt x="131" y="35"/>
                    <a:pt x="131" y="35"/>
                  </a:cubicBezTo>
                  <a:cubicBezTo>
                    <a:pt x="157" y="61"/>
                    <a:pt x="157" y="61"/>
                    <a:pt x="157" y="61"/>
                  </a:cubicBezTo>
                  <a:cubicBezTo>
                    <a:pt x="157" y="62"/>
                    <a:pt x="156" y="63"/>
                    <a:pt x="155" y="64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5" y="67"/>
                    <a:pt x="115" y="67"/>
                    <a:pt x="115" y="67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49" y="78"/>
                    <a:pt x="149" y="78"/>
                    <a:pt x="149" y="78"/>
                  </a:cubicBezTo>
                  <a:cubicBezTo>
                    <a:pt x="149" y="80"/>
                    <a:pt x="149" y="81"/>
                    <a:pt x="148" y="83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9" y="81"/>
                    <a:pt x="109" y="81"/>
                    <a:pt x="109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2" y="81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8"/>
                    <a:pt x="59" y="278"/>
                  </a:cubicBezTo>
                  <a:cubicBezTo>
                    <a:pt x="59" y="282"/>
                    <a:pt x="62" y="286"/>
                    <a:pt x="67" y="286"/>
                  </a:cubicBezTo>
                  <a:cubicBezTo>
                    <a:pt x="67" y="286"/>
                    <a:pt x="67" y="286"/>
                    <a:pt x="67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2" y="307"/>
                    <a:pt x="152" y="307"/>
                    <a:pt x="152" y="307"/>
                  </a:cubicBezTo>
                  <a:cubicBezTo>
                    <a:pt x="147" y="307"/>
                    <a:pt x="144" y="311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51"/>
                    <a:pt x="144" y="351"/>
                    <a:pt x="144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6" y="400"/>
                    <a:pt x="86" y="400"/>
                    <a:pt x="86" y="400"/>
                  </a:cubicBezTo>
                  <a:cubicBezTo>
                    <a:pt x="102" y="418"/>
                    <a:pt x="102" y="418"/>
                    <a:pt x="102" y="418"/>
                  </a:cubicBezTo>
                  <a:cubicBezTo>
                    <a:pt x="102" y="451"/>
                    <a:pt x="102" y="451"/>
                    <a:pt x="102" y="451"/>
                  </a:cubicBezTo>
                  <a:cubicBezTo>
                    <a:pt x="121" y="459"/>
                    <a:pt x="121" y="459"/>
                    <a:pt x="121" y="459"/>
                  </a:cubicBezTo>
                  <a:cubicBezTo>
                    <a:pt x="121" y="505"/>
                    <a:pt x="121" y="505"/>
                    <a:pt x="121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1"/>
                    <a:pt x="19" y="544"/>
                    <a:pt x="46" y="556"/>
                  </a:cubicBezTo>
                  <a:cubicBezTo>
                    <a:pt x="80" y="572"/>
                    <a:pt x="75" y="581"/>
                    <a:pt x="75" y="581"/>
                  </a:cubicBezTo>
                  <a:cubicBezTo>
                    <a:pt x="75" y="581"/>
                    <a:pt x="135" y="543"/>
                    <a:pt x="263" y="520"/>
                  </a:cubicBezTo>
                  <a:cubicBezTo>
                    <a:pt x="329" y="509"/>
                    <a:pt x="450" y="504"/>
                    <a:pt x="495" y="512"/>
                  </a:cubicBezTo>
                  <a:cubicBezTo>
                    <a:pt x="495" y="512"/>
                    <a:pt x="460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1" name="Freeform 70">
              <a:extLst>
                <a:ext uri="{FF2B5EF4-FFF2-40B4-BE49-F238E27FC236}">
                  <a16:creationId xmlns:a16="http://schemas.microsoft.com/office/drawing/2014/main" id="{5F203CC4-7325-BB48-8E0D-1F44EE2DA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" y="467"/>
              <a:ext cx="1846" cy="1852"/>
            </a:xfrm>
            <a:custGeom>
              <a:avLst/>
              <a:gdLst>
                <a:gd name="T0" fmla="*/ 483 w 967"/>
                <a:gd name="T1" fmla="*/ 953 h 967"/>
                <a:gd name="T2" fmla="*/ 13 w 967"/>
                <a:gd name="T3" fmla="*/ 483 h 967"/>
                <a:gd name="T4" fmla="*/ 483 w 967"/>
                <a:gd name="T5" fmla="*/ 12 h 967"/>
                <a:gd name="T6" fmla="*/ 954 w 967"/>
                <a:gd name="T7" fmla="*/ 483 h 967"/>
                <a:gd name="T8" fmla="*/ 483 w 967"/>
                <a:gd name="T9" fmla="*/ 953 h 967"/>
                <a:gd name="T10" fmla="*/ 483 w 967"/>
                <a:gd name="T11" fmla="*/ 0 h 967"/>
                <a:gd name="T12" fmla="*/ 0 w 967"/>
                <a:gd name="T13" fmla="*/ 483 h 967"/>
                <a:gd name="T14" fmla="*/ 483 w 967"/>
                <a:gd name="T15" fmla="*/ 967 h 967"/>
                <a:gd name="T16" fmla="*/ 967 w 967"/>
                <a:gd name="T17" fmla="*/ 483 h 967"/>
                <a:gd name="T18" fmla="*/ 483 w 967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7" h="967">
                  <a:moveTo>
                    <a:pt x="483" y="953"/>
                  </a:moveTo>
                  <a:cubicBezTo>
                    <a:pt x="224" y="953"/>
                    <a:pt x="13" y="742"/>
                    <a:pt x="13" y="483"/>
                  </a:cubicBezTo>
                  <a:cubicBezTo>
                    <a:pt x="13" y="223"/>
                    <a:pt x="224" y="12"/>
                    <a:pt x="483" y="12"/>
                  </a:cubicBezTo>
                  <a:cubicBezTo>
                    <a:pt x="743" y="12"/>
                    <a:pt x="954" y="223"/>
                    <a:pt x="954" y="483"/>
                  </a:cubicBezTo>
                  <a:cubicBezTo>
                    <a:pt x="954" y="742"/>
                    <a:pt x="743" y="953"/>
                    <a:pt x="483" y="953"/>
                  </a:cubicBezTo>
                  <a:close/>
                  <a:moveTo>
                    <a:pt x="483" y="0"/>
                  </a:moveTo>
                  <a:cubicBezTo>
                    <a:pt x="216" y="0"/>
                    <a:pt x="0" y="216"/>
                    <a:pt x="0" y="483"/>
                  </a:cubicBezTo>
                  <a:cubicBezTo>
                    <a:pt x="0" y="751"/>
                    <a:pt x="216" y="967"/>
                    <a:pt x="483" y="967"/>
                  </a:cubicBezTo>
                  <a:cubicBezTo>
                    <a:pt x="750" y="967"/>
                    <a:pt x="967" y="751"/>
                    <a:pt x="967" y="483"/>
                  </a:cubicBezTo>
                  <a:cubicBezTo>
                    <a:pt x="967" y="216"/>
                    <a:pt x="750" y="0"/>
                    <a:pt x="48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2" name="Freeform 71">
              <a:extLst>
                <a:ext uri="{FF2B5EF4-FFF2-40B4-BE49-F238E27FC236}">
                  <a16:creationId xmlns:a16="http://schemas.microsoft.com/office/drawing/2014/main" id="{2FC754D8-9336-C643-A5E5-3B7B3362E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" y="1063"/>
              <a:ext cx="67" cy="61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2 w 35"/>
                <a:gd name="T7" fmla="*/ 21 h 32"/>
                <a:gd name="T8" fmla="*/ 12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3"/>
                    <a:pt x="4" y="5"/>
                    <a:pt x="2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3" y="24"/>
                    <a:pt x="6" y="27"/>
                    <a:pt x="12" y="29"/>
                  </a:cubicBezTo>
                  <a:cubicBezTo>
                    <a:pt x="17" y="32"/>
                    <a:pt x="21" y="32"/>
                    <a:pt x="25" y="31"/>
                  </a:cubicBezTo>
                  <a:cubicBezTo>
                    <a:pt x="29" y="29"/>
                    <a:pt x="32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3" name="Freeform 72">
              <a:extLst>
                <a:ext uri="{FF2B5EF4-FFF2-40B4-BE49-F238E27FC236}">
                  <a16:creationId xmlns:a16="http://schemas.microsoft.com/office/drawing/2014/main" id="{541B57D5-B900-D045-9A5B-C827EDF1F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886"/>
              <a:ext cx="42" cy="77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2 w 22"/>
                <a:gd name="T5" fmla="*/ 40 h 40"/>
                <a:gd name="T6" fmla="*/ 12 w 22"/>
                <a:gd name="T7" fmla="*/ 14 h 40"/>
                <a:gd name="T8" fmla="*/ 6 w 22"/>
                <a:gd name="T9" fmla="*/ 17 h 40"/>
                <a:gd name="T10" fmla="*/ 0 w 22"/>
                <a:gd name="T11" fmla="*/ 20 h 40"/>
                <a:gd name="T12" fmla="*/ 0 w 22"/>
                <a:gd name="T13" fmla="*/ 11 h 40"/>
                <a:gd name="T14" fmla="*/ 9 w 22"/>
                <a:gd name="T15" fmla="*/ 7 h 40"/>
                <a:gd name="T16" fmla="*/ 14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8" y="17"/>
                    <a:pt x="6" y="17"/>
                  </a:cubicBezTo>
                  <a:cubicBezTo>
                    <a:pt x="5" y="18"/>
                    <a:pt x="3" y="19"/>
                    <a:pt x="0" y="2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7" y="8"/>
                    <a:pt x="9" y="7"/>
                  </a:cubicBezTo>
                  <a:cubicBezTo>
                    <a:pt x="11" y="5"/>
                    <a:pt x="12" y="3"/>
                    <a:pt x="14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4" name="Freeform 73">
              <a:extLst>
                <a:ext uri="{FF2B5EF4-FFF2-40B4-BE49-F238E27FC236}">
                  <a16:creationId xmlns:a16="http://schemas.microsoft.com/office/drawing/2014/main" id="{3418E0EA-06F1-BA45-AD1D-9B08F2BB0B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3" y="1886"/>
              <a:ext cx="61" cy="77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6 w 32"/>
                <a:gd name="T5" fmla="*/ 7 h 40"/>
                <a:gd name="T6" fmla="*/ 12 w 32"/>
                <a:gd name="T7" fmla="*/ 9 h 40"/>
                <a:gd name="T8" fmla="*/ 11 w 32"/>
                <a:gd name="T9" fmla="*/ 14 h 40"/>
                <a:gd name="T10" fmla="*/ 12 w 32"/>
                <a:gd name="T11" fmla="*/ 19 h 40"/>
                <a:gd name="T12" fmla="*/ 16 w 32"/>
                <a:gd name="T13" fmla="*/ 20 h 40"/>
                <a:gd name="T14" fmla="*/ 20 w 32"/>
                <a:gd name="T15" fmla="*/ 19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6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8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5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6 h 40"/>
                <a:gd name="T52" fmla="*/ 16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1" y="10"/>
                    <a:pt x="19" y="9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1" y="11"/>
                    <a:pt x="11" y="14"/>
                  </a:cubicBezTo>
                  <a:cubicBezTo>
                    <a:pt x="11" y="16"/>
                    <a:pt x="11" y="17"/>
                    <a:pt x="12" y="19"/>
                  </a:cubicBezTo>
                  <a:cubicBezTo>
                    <a:pt x="13" y="20"/>
                    <a:pt x="14" y="20"/>
                    <a:pt x="16" y="20"/>
                  </a:cubicBezTo>
                  <a:cubicBezTo>
                    <a:pt x="17" y="20"/>
                    <a:pt x="19" y="20"/>
                    <a:pt x="20" y="19"/>
                  </a:cubicBezTo>
                  <a:cubicBezTo>
                    <a:pt x="21" y="18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3" y="32"/>
                    <a:pt x="13" y="33"/>
                  </a:cubicBezTo>
                  <a:cubicBezTo>
                    <a:pt x="14" y="34"/>
                    <a:pt x="15" y="34"/>
                    <a:pt x="16" y="34"/>
                  </a:cubicBezTo>
                  <a:cubicBezTo>
                    <a:pt x="18" y="34"/>
                    <a:pt x="19" y="33"/>
                    <a:pt x="20" y="31"/>
                  </a:cubicBezTo>
                  <a:cubicBezTo>
                    <a:pt x="21" y="30"/>
                    <a:pt x="21" y="27"/>
                    <a:pt x="21" y="23"/>
                  </a:cubicBezTo>
                  <a:cubicBezTo>
                    <a:pt x="20" y="24"/>
                    <a:pt x="19" y="25"/>
                    <a:pt x="18" y="26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5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2" y="12"/>
                    <a:pt x="32" y="16"/>
                    <a:pt x="32" y="20"/>
                  </a:cubicBezTo>
                  <a:cubicBezTo>
                    <a:pt x="32" y="27"/>
                    <a:pt x="31" y="32"/>
                    <a:pt x="28" y="36"/>
                  </a:cubicBezTo>
                  <a:cubicBezTo>
                    <a:pt x="25" y="39"/>
                    <a:pt x="21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7" y="39"/>
                    <a:pt x="5" y="38"/>
                    <a:pt x="4" y="36"/>
                  </a:cubicBezTo>
                  <a:cubicBezTo>
                    <a:pt x="3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5" name="Freeform 74">
              <a:extLst>
                <a:ext uri="{FF2B5EF4-FFF2-40B4-BE49-F238E27FC236}">
                  <a16:creationId xmlns:a16="http://schemas.microsoft.com/office/drawing/2014/main" id="{A43ADFB6-4248-D64F-A4B5-A3F8A0788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888"/>
              <a:ext cx="61" cy="75"/>
            </a:xfrm>
            <a:custGeom>
              <a:avLst/>
              <a:gdLst>
                <a:gd name="T0" fmla="*/ 5 w 32"/>
                <a:gd name="T1" fmla="*/ 0 h 39"/>
                <a:gd name="T2" fmla="*/ 30 w 32"/>
                <a:gd name="T3" fmla="*/ 0 h 39"/>
                <a:gd name="T4" fmla="*/ 30 w 32"/>
                <a:gd name="T5" fmla="*/ 9 h 39"/>
                <a:gd name="T6" fmla="*/ 13 w 32"/>
                <a:gd name="T7" fmla="*/ 9 h 39"/>
                <a:gd name="T8" fmla="*/ 12 w 32"/>
                <a:gd name="T9" fmla="*/ 15 h 39"/>
                <a:gd name="T10" fmla="*/ 16 w 32"/>
                <a:gd name="T11" fmla="*/ 13 h 39"/>
                <a:gd name="T12" fmla="*/ 19 w 32"/>
                <a:gd name="T13" fmla="*/ 13 h 39"/>
                <a:gd name="T14" fmla="*/ 29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8 h 39"/>
                <a:gd name="T22" fmla="*/ 16 w 32"/>
                <a:gd name="T23" fmla="*/ 39 h 39"/>
                <a:gd name="T24" fmla="*/ 10 w 32"/>
                <a:gd name="T25" fmla="*/ 39 h 39"/>
                <a:gd name="T26" fmla="*/ 5 w 32"/>
                <a:gd name="T27" fmla="*/ 37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8 h 39"/>
                <a:gd name="T34" fmla="*/ 13 w 32"/>
                <a:gd name="T35" fmla="*/ 32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1 w 32"/>
                <a:gd name="T49" fmla="*/ 22 h 39"/>
                <a:gd name="T50" fmla="*/ 1 w 32"/>
                <a:gd name="T51" fmla="*/ 21 h 39"/>
                <a:gd name="T52" fmla="*/ 5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4"/>
                    <a:pt x="14" y="14"/>
                    <a:pt x="16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9" y="16"/>
                  </a:cubicBezTo>
                  <a:cubicBezTo>
                    <a:pt x="31" y="19"/>
                    <a:pt x="32" y="22"/>
                    <a:pt x="32" y="25"/>
                  </a:cubicBezTo>
                  <a:cubicBezTo>
                    <a:pt x="32" y="28"/>
                    <a:pt x="32" y="30"/>
                    <a:pt x="30" y="32"/>
                  </a:cubicBezTo>
                  <a:cubicBezTo>
                    <a:pt x="29" y="35"/>
                    <a:pt x="27" y="36"/>
                    <a:pt x="25" y="38"/>
                  </a:cubicBezTo>
                  <a:cubicBezTo>
                    <a:pt x="23" y="39"/>
                    <a:pt x="20" y="39"/>
                    <a:pt x="16" y="39"/>
                  </a:cubicBezTo>
                  <a:cubicBezTo>
                    <a:pt x="14" y="39"/>
                    <a:pt x="12" y="39"/>
                    <a:pt x="10" y="39"/>
                  </a:cubicBezTo>
                  <a:cubicBezTo>
                    <a:pt x="8" y="38"/>
                    <a:pt x="6" y="38"/>
                    <a:pt x="5" y="37"/>
                  </a:cubicBezTo>
                  <a:cubicBezTo>
                    <a:pt x="4" y="36"/>
                    <a:pt x="3" y="35"/>
                    <a:pt x="2" y="33"/>
                  </a:cubicBezTo>
                  <a:cubicBezTo>
                    <a:pt x="1" y="32"/>
                    <a:pt x="1" y="31"/>
                    <a:pt x="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9"/>
                    <a:pt x="12" y="31"/>
                    <a:pt x="13" y="32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8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8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1"/>
                    <a:pt x="11" y="21"/>
                    <a:pt x="11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6" name="Freeform 75">
              <a:extLst>
                <a:ext uri="{FF2B5EF4-FFF2-40B4-BE49-F238E27FC236}">
                  <a16:creationId xmlns:a16="http://schemas.microsoft.com/office/drawing/2014/main" id="{55509B13-14CA-B246-A7A8-9A78EB98F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886"/>
              <a:ext cx="61" cy="77"/>
            </a:xfrm>
            <a:custGeom>
              <a:avLst/>
              <a:gdLst>
                <a:gd name="T0" fmla="*/ 11 w 32"/>
                <a:gd name="T1" fmla="*/ 12 h 40"/>
                <a:gd name="T2" fmla="*/ 0 w 32"/>
                <a:gd name="T3" fmla="*/ 11 h 40"/>
                <a:gd name="T4" fmla="*/ 5 w 32"/>
                <a:gd name="T5" fmla="*/ 3 h 40"/>
                <a:gd name="T6" fmla="*/ 16 w 32"/>
                <a:gd name="T7" fmla="*/ 0 h 40"/>
                <a:gd name="T8" fmla="*/ 26 w 32"/>
                <a:gd name="T9" fmla="*/ 3 h 40"/>
                <a:gd name="T10" fmla="*/ 30 w 32"/>
                <a:gd name="T11" fmla="*/ 10 h 40"/>
                <a:gd name="T12" fmla="*/ 28 w 32"/>
                <a:gd name="T13" fmla="*/ 15 h 40"/>
                <a:gd name="T14" fmla="*/ 24 w 32"/>
                <a:gd name="T15" fmla="*/ 19 h 40"/>
                <a:gd name="T16" fmla="*/ 28 w 32"/>
                <a:gd name="T17" fmla="*/ 20 h 40"/>
                <a:gd name="T18" fmla="*/ 31 w 32"/>
                <a:gd name="T19" fmla="*/ 23 h 40"/>
                <a:gd name="T20" fmla="*/ 32 w 32"/>
                <a:gd name="T21" fmla="*/ 28 h 40"/>
                <a:gd name="T22" fmla="*/ 30 w 32"/>
                <a:gd name="T23" fmla="*/ 34 h 40"/>
                <a:gd name="T24" fmla="*/ 25 w 32"/>
                <a:gd name="T25" fmla="*/ 39 h 40"/>
                <a:gd name="T26" fmla="*/ 16 w 32"/>
                <a:gd name="T27" fmla="*/ 40 h 40"/>
                <a:gd name="T28" fmla="*/ 8 w 32"/>
                <a:gd name="T29" fmla="*/ 39 h 40"/>
                <a:gd name="T30" fmla="*/ 3 w 32"/>
                <a:gd name="T31" fmla="*/ 36 h 40"/>
                <a:gd name="T32" fmla="*/ 0 w 32"/>
                <a:gd name="T33" fmla="*/ 30 h 40"/>
                <a:gd name="T34" fmla="*/ 11 w 32"/>
                <a:gd name="T35" fmla="*/ 28 h 40"/>
                <a:gd name="T36" fmla="*/ 13 w 32"/>
                <a:gd name="T37" fmla="*/ 33 h 40"/>
                <a:gd name="T38" fmla="*/ 16 w 32"/>
                <a:gd name="T39" fmla="*/ 34 h 40"/>
                <a:gd name="T40" fmla="*/ 20 w 32"/>
                <a:gd name="T41" fmla="*/ 32 h 40"/>
                <a:gd name="T42" fmla="*/ 21 w 32"/>
                <a:gd name="T43" fmla="*/ 28 h 40"/>
                <a:gd name="T44" fmla="*/ 20 w 32"/>
                <a:gd name="T45" fmla="*/ 24 h 40"/>
                <a:gd name="T46" fmla="*/ 16 w 32"/>
                <a:gd name="T47" fmla="*/ 23 h 40"/>
                <a:gd name="T48" fmla="*/ 12 w 32"/>
                <a:gd name="T49" fmla="*/ 23 h 40"/>
                <a:gd name="T50" fmla="*/ 13 w 32"/>
                <a:gd name="T51" fmla="*/ 15 h 40"/>
                <a:gd name="T52" fmla="*/ 14 w 32"/>
                <a:gd name="T53" fmla="*/ 16 h 40"/>
                <a:gd name="T54" fmla="*/ 18 w 32"/>
                <a:gd name="T55" fmla="*/ 14 h 40"/>
                <a:gd name="T56" fmla="*/ 19 w 32"/>
                <a:gd name="T57" fmla="*/ 11 h 40"/>
                <a:gd name="T58" fmla="*/ 18 w 32"/>
                <a:gd name="T59" fmla="*/ 8 h 40"/>
                <a:gd name="T60" fmla="*/ 15 w 32"/>
                <a:gd name="T61" fmla="*/ 7 h 40"/>
                <a:gd name="T62" fmla="*/ 12 w 32"/>
                <a:gd name="T63" fmla="*/ 8 h 40"/>
                <a:gd name="T64" fmla="*/ 11 w 32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40">
                  <a:moveTo>
                    <a:pt x="11" y="1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8" y="1"/>
                    <a:pt x="11" y="0"/>
                    <a:pt x="16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9" y="5"/>
                    <a:pt x="30" y="8"/>
                    <a:pt x="30" y="10"/>
                  </a:cubicBezTo>
                  <a:cubicBezTo>
                    <a:pt x="30" y="12"/>
                    <a:pt x="29" y="14"/>
                    <a:pt x="28" y="15"/>
                  </a:cubicBezTo>
                  <a:cubicBezTo>
                    <a:pt x="27" y="16"/>
                    <a:pt x="26" y="18"/>
                    <a:pt x="24" y="19"/>
                  </a:cubicBezTo>
                  <a:cubicBezTo>
                    <a:pt x="26" y="19"/>
                    <a:pt x="27" y="19"/>
                    <a:pt x="28" y="20"/>
                  </a:cubicBezTo>
                  <a:cubicBezTo>
                    <a:pt x="29" y="21"/>
                    <a:pt x="30" y="22"/>
                    <a:pt x="31" y="23"/>
                  </a:cubicBezTo>
                  <a:cubicBezTo>
                    <a:pt x="31" y="24"/>
                    <a:pt x="32" y="26"/>
                    <a:pt x="32" y="28"/>
                  </a:cubicBezTo>
                  <a:cubicBezTo>
                    <a:pt x="32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3" y="40"/>
                    <a:pt x="20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6" y="38"/>
                    <a:pt x="4" y="37"/>
                    <a:pt x="3" y="36"/>
                  </a:cubicBezTo>
                  <a:cubicBezTo>
                    <a:pt x="2" y="34"/>
                    <a:pt x="1" y="32"/>
                    <a:pt x="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30"/>
                    <a:pt x="12" y="32"/>
                    <a:pt x="13" y="33"/>
                  </a:cubicBezTo>
                  <a:cubicBezTo>
                    <a:pt x="13" y="34"/>
                    <a:pt x="15" y="34"/>
                    <a:pt x="16" y="34"/>
                  </a:cubicBezTo>
                  <a:cubicBezTo>
                    <a:pt x="17" y="34"/>
                    <a:pt x="19" y="33"/>
                    <a:pt x="20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20" y="24"/>
                  </a:cubicBezTo>
                  <a:cubicBezTo>
                    <a:pt x="19" y="23"/>
                    <a:pt x="17" y="23"/>
                    <a:pt x="16" y="23"/>
                  </a:cubicBezTo>
                  <a:cubicBezTo>
                    <a:pt x="15" y="23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6" y="16"/>
                    <a:pt x="17" y="15"/>
                    <a:pt x="18" y="14"/>
                  </a:cubicBezTo>
                  <a:cubicBezTo>
                    <a:pt x="19" y="13"/>
                    <a:pt x="19" y="12"/>
                    <a:pt x="19" y="11"/>
                  </a:cubicBezTo>
                  <a:cubicBezTo>
                    <a:pt x="19" y="10"/>
                    <a:pt x="19" y="9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4" y="7"/>
                    <a:pt x="13" y="8"/>
                    <a:pt x="12" y="8"/>
                  </a:cubicBezTo>
                  <a:cubicBezTo>
                    <a:pt x="11" y="9"/>
                    <a:pt x="11" y="10"/>
                    <a:pt x="1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7" name="Freeform 76">
              <a:extLst>
                <a:ext uri="{FF2B5EF4-FFF2-40B4-BE49-F238E27FC236}">
                  <a16:creationId xmlns:a16="http://schemas.microsoft.com/office/drawing/2014/main" id="{F4F9286F-7E6B-B345-9715-6519BC3B3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1957"/>
              <a:ext cx="19" cy="10"/>
            </a:xfrm>
            <a:custGeom>
              <a:avLst/>
              <a:gdLst>
                <a:gd name="T0" fmla="*/ 0 w 19"/>
                <a:gd name="T1" fmla="*/ 10 h 10"/>
                <a:gd name="T2" fmla="*/ 9 w 19"/>
                <a:gd name="T3" fmla="*/ 8 h 10"/>
                <a:gd name="T4" fmla="*/ 19 w 19"/>
                <a:gd name="T5" fmla="*/ 6 h 10"/>
                <a:gd name="T6" fmla="*/ 13 w 19"/>
                <a:gd name="T7" fmla="*/ 2 h 10"/>
                <a:gd name="T8" fmla="*/ 7 w 19"/>
                <a:gd name="T9" fmla="*/ 0 h 10"/>
                <a:gd name="T10" fmla="*/ 0 w 19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0">
                  <a:moveTo>
                    <a:pt x="0" y="10"/>
                  </a:moveTo>
                  <a:lnTo>
                    <a:pt x="9" y="8"/>
                  </a:lnTo>
                  <a:lnTo>
                    <a:pt x="19" y="6"/>
                  </a:lnTo>
                  <a:lnTo>
                    <a:pt x="13" y="2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8" name="Freeform 77">
              <a:extLst>
                <a:ext uri="{FF2B5EF4-FFF2-40B4-BE49-F238E27FC236}">
                  <a16:creationId xmlns:a16="http://schemas.microsoft.com/office/drawing/2014/main" id="{B1585581-22DD-2D4E-92EE-AA7EC859E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684"/>
              <a:ext cx="48" cy="36"/>
            </a:xfrm>
            <a:custGeom>
              <a:avLst/>
              <a:gdLst>
                <a:gd name="T0" fmla="*/ 22 w 25"/>
                <a:gd name="T1" fmla="*/ 11 h 19"/>
                <a:gd name="T2" fmla="*/ 24 w 25"/>
                <a:gd name="T3" fmla="*/ 8 h 19"/>
                <a:gd name="T4" fmla="*/ 24 w 25"/>
                <a:gd name="T5" fmla="*/ 4 h 19"/>
                <a:gd name="T6" fmla="*/ 21 w 25"/>
                <a:gd name="T7" fmla="*/ 1 h 19"/>
                <a:gd name="T8" fmla="*/ 16 w 25"/>
                <a:gd name="T9" fmla="*/ 1 h 19"/>
                <a:gd name="T10" fmla="*/ 8 w 25"/>
                <a:gd name="T11" fmla="*/ 4 h 19"/>
                <a:gd name="T12" fmla="*/ 0 w 25"/>
                <a:gd name="T13" fmla="*/ 7 h 19"/>
                <a:gd name="T14" fmla="*/ 5 w 25"/>
                <a:gd name="T15" fmla="*/ 19 h 19"/>
                <a:gd name="T16" fmla="*/ 13 w 25"/>
                <a:gd name="T17" fmla="*/ 16 h 19"/>
                <a:gd name="T18" fmla="*/ 22 w 25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5" y="7"/>
                    <a:pt x="25" y="5"/>
                    <a:pt x="24" y="4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9" y="0"/>
                    <a:pt x="18" y="0"/>
                    <a:pt x="16" y="1"/>
                  </a:cubicBezTo>
                  <a:cubicBezTo>
                    <a:pt x="15" y="1"/>
                    <a:pt x="13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4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BD6B1C4E-5A4B-5245-9BA1-4464A96EC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971"/>
              <a:ext cx="40" cy="46"/>
            </a:xfrm>
            <a:custGeom>
              <a:avLst/>
              <a:gdLst>
                <a:gd name="T0" fmla="*/ 10 w 21"/>
                <a:gd name="T1" fmla="*/ 22 h 24"/>
                <a:gd name="T2" fmla="*/ 14 w 21"/>
                <a:gd name="T3" fmla="*/ 24 h 24"/>
                <a:gd name="T4" fmla="*/ 18 w 21"/>
                <a:gd name="T5" fmla="*/ 23 h 24"/>
                <a:gd name="T6" fmla="*/ 20 w 21"/>
                <a:gd name="T7" fmla="*/ 19 h 24"/>
                <a:gd name="T8" fmla="*/ 20 w 21"/>
                <a:gd name="T9" fmla="*/ 14 h 24"/>
                <a:gd name="T10" fmla="*/ 16 w 21"/>
                <a:gd name="T11" fmla="*/ 7 h 24"/>
                <a:gd name="T12" fmla="*/ 11 w 21"/>
                <a:gd name="T13" fmla="*/ 0 h 24"/>
                <a:gd name="T14" fmla="*/ 0 w 21"/>
                <a:gd name="T15" fmla="*/ 6 h 24"/>
                <a:gd name="T16" fmla="*/ 4 w 21"/>
                <a:gd name="T17" fmla="*/ 14 h 24"/>
                <a:gd name="T18" fmla="*/ 10 w 21"/>
                <a:gd name="T19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24">
                  <a:moveTo>
                    <a:pt x="10" y="22"/>
                  </a:moveTo>
                  <a:cubicBezTo>
                    <a:pt x="11" y="23"/>
                    <a:pt x="12" y="24"/>
                    <a:pt x="14" y="24"/>
                  </a:cubicBezTo>
                  <a:cubicBezTo>
                    <a:pt x="15" y="24"/>
                    <a:pt x="16" y="24"/>
                    <a:pt x="18" y="23"/>
                  </a:cubicBezTo>
                  <a:cubicBezTo>
                    <a:pt x="19" y="22"/>
                    <a:pt x="20" y="21"/>
                    <a:pt x="20" y="19"/>
                  </a:cubicBezTo>
                  <a:cubicBezTo>
                    <a:pt x="21" y="18"/>
                    <a:pt x="21" y="16"/>
                    <a:pt x="20" y="14"/>
                  </a:cubicBezTo>
                  <a:cubicBezTo>
                    <a:pt x="19" y="14"/>
                    <a:pt x="18" y="11"/>
                    <a:pt x="16" y="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8"/>
                    <a:pt x="9" y="21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D1A699E9-DB85-4040-9262-40871C1EC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" y="1157"/>
              <a:ext cx="40" cy="28"/>
            </a:xfrm>
            <a:custGeom>
              <a:avLst/>
              <a:gdLst>
                <a:gd name="T0" fmla="*/ 40 w 40"/>
                <a:gd name="T1" fmla="*/ 0 h 28"/>
                <a:gd name="T2" fmla="*/ 0 w 40"/>
                <a:gd name="T3" fmla="*/ 3 h 28"/>
                <a:gd name="T4" fmla="*/ 30 w 40"/>
                <a:gd name="T5" fmla="*/ 28 h 28"/>
                <a:gd name="T6" fmla="*/ 40 w 40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8">
                  <a:moveTo>
                    <a:pt x="40" y="0"/>
                  </a:moveTo>
                  <a:lnTo>
                    <a:pt x="0" y="3"/>
                  </a:lnTo>
                  <a:lnTo>
                    <a:pt x="30" y="28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1" name="Freeform 80">
              <a:extLst>
                <a:ext uri="{FF2B5EF4-FFF2-40B4-BE49-F238E27FC236}">
                  <a16:creationId xmlns:a16="http://schemas.microsoft.com/office/drawing/2014/main" id="{7607AAF9-5DFA-654C-B20A-717F792E6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112"/>
              <a:ext cx="41" cy="63"/>
            </a:xfrm>
            <a:custGeom>
              <a:avLst/>
              <a:gdLst>
                <a:gd name="T0" fmla="*/ 8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20 h 33"/>
                <a:gd name="T8" fmla="*/ 1 w 21"/>
                <a:gd name="T9" fmla="*/ 23 h 33"/>
                <a:gd name="T10" fmla="*/ 2 w 21"/>
                <a:gd name="T11" fmla="*/ 27 h 33"/>
                <a:gd name="T12" fmla="*/ 9 w 21"/>
                <a:gd name="T13" fmla="*/ 32 h 33"/>
                <a:gd name="T14" fmla="*/ 13 w 21"/>
                <a:gd name="T15" fmla="*/ 33 h 33"/>
                <a:gd name="T16" fmla="*/ 16 w 21"/>
                <a:gd name="T17" fmla="*/ 33 h 33"/>
                <a:gd name="T18" fmla="*/ 19 w 21"/>
                <a:gd name="T19" fmla="*/ 30 h 33"/>
                <a:gd name="T20" fmla="*/ 20 w 21"/>
                <a:gd name="T21" fmla="*/ 27 h 33"/>
                <a:gd name="T22" fmla="*/ 21 w 21"/>
                <a:gd name="T23" fmla="*/ 25 h 33"/>
                <a:gd name="T24" fmla="*/ 20 w 21"/>
                <a:gd name="T25" fmla="*/ 20 h 33"/>
                <a:gd name="T26" fmla="*/ 14 w 21"/>
                <a:gd name="T27" fmla="*/ 16 h 33"/>
                <a:gd name="T28" fmla="*/ 15 w 21"/>
                <a:gd name="T29" fmla="*/ 12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3 h 33"/>
                <a:gd name="T40" fmla="*/ 10 w 21"/>
                <a:gd name="T41" fmla="*/ 8 h 33"/>
                <a:gd name="T42" fmla="*/ 9 w 21"/>
                <a:gd name="T43" fmla="*/ 9 h 33"/>
                <a:gd name="T44" fmla="*/ 8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8" y="10"/>
                  </a:moveTo>
                  <a:cubicBezTo>
                    <a:pt x="6" y="10"/>
                    <a:pt x="4" y="12"/>
                    <a:pt x="4" y="12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6"/>
                    <a:pt x="1" y="20"/>
                    <a:pt x="1" y="20"/>
                  </a:cubicBezTo>
                  <a:cubicBezTo>
                    <a:pt x="1" y="20"/>
                    <a:pt x="0" y="23"/>
                    <a:pt x="1" y="23"/>
                  </a:cubicBezTo>
                  <a:cubicBezTo>
                    <a:pt x="1" y="24"/>
                    <a:pt x="2" y="26"/>
                    <a:pt x="2" y="27"/>
                  </a:cubicBezTo>
                  <a:cubicBezTo>
                    <a:pt x="4" y="29"/>
                    <a:pt x="9" y="32"/>
                    <a:pt x="9" y="32"/>
                  </a:cubicBezTo>
                  <a:cubicBezTo>
                    <a:pt x="10" y="33"/>
                    <a:pt x="12" y="33"/>
                    <a:pt x="13" y="33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9" y="33"/>
                    <a:pt x="19" y="30"/>
                    <a:pt x="19" y="30"/>
                  </a:cubicBezTo>
                  <a:cubicBezTo>
                    <a:pt x="19" y="28"/>
                    <a:pt x="20" y="27"/>
                    <a:pt x="20" y="27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2" y="12"/>
                    <a:pt x="15" y="12"/>
                    <a:pt x="15" y="12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7" y="0"/>
                    <a:pt x="15" y="3"/>
                    <a:pt x="15" y="3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10" y="8"/>
                    <a:pt x="9" y="9"/>
                    <a:pt x="9" y="9"/>
                  </a:cubicBezTo>
                  <a:cubicBezTo>
                    <a:pt x="8" y="10"/>
                    <a:pt x="8" y="10"/>
                    <a:pt x="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2" name="Freeform 81">
              <a:extLst>
                <a:ext uri="{FF2B5EF4-FFF2-40B4-BE49-F238E27FC236}">
                  <a16:creationId xmlns:a16="http://schemas.microsoft.com/office/drawing/2014/main" id="{38BD1E88-FA17-5549-A1E2-CF4CBC68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049"/>
              <a:ext cx="9" cy="21"/>
            </a:xfrm>
            <a:custGeom>
              <a:avLst/>
              <a:gdLst>
                <a:gd name="T0" fmla="*/ 0 w 5"/>
                <a:gd name="T1" fmla="*/ 0 h 11"/>
                <a:gd name="T2" fmla="*/ 2 w 5"/>
                <a:gd name="T3" fmla="*/ 5 h 11"/>
                <a:gd name="T4" fmla="*/ 3 w 5"/>
                <a:gd name="T5" fmla="*/ 7 h 11"/>
                <a:gd name="T6" fmla="*/ 3 w 5"/>
                <a:gd name="T7" fmla="*/ 10 h 11"/>
                <a:gd name="T8" fmla="*/ 5 w 5"/>
                <a:gd name="T9" fmla="*/ 9 h 11"/>
                <a:gd name="T10" fmla="*/ 4 w 5"/>
                <a:gd name="T11" fmla="*/ 3 h 11"/>
                <a:gd name="T12" fmla="*/ 3 w 5"/>
                <a:gd name="T13" fmla="*/ 0 h 11"/>
                <a:gd name="T14" fmla="*/ 0 w 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5" y="9"/>
                  </a:cubicBezTo>
                  <a:cubicBezTo>
                    <a:pt x="4" y="8"/>
                    <a:pt x="4" y="5"/>
                    <a:pt x="4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3" name="Freeform 82">
              <a:extLst>
                <a:ext uri="{FF2B5EF4-FFF2-40B4-BE49-F238E27FC236}">
                  <a16:creationId xmlns:a16="http://schemas.microsoft.com/office/drawing/2014/main" id="{EF26752C-A04B-D148-8305-8984EEB42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064"/>
              <a:ext cx="34" cy="12"/>
            </a:xfrm>
            <a:custGeom>
              <a:avLst/>
              <a:gdLst>
                <a:gd name="T0" fmla="*/ 0 w 18"/>
                <a:gd name="T1" fmla="*/ 6 h 6"/>
                <a:gd name="T2" fmla="*/ 5 w 18"/>
                <a:gd name="T3" fmla="*/ 5 h 6"/>
                <a:gd name="T4" fmla="*/ 17 w 18"/>
                <a:gd name="T5" fmla="*/ 3 h 6"/>
                <a:gd name="T6" fmla="*/ 18 w 18"/>
                <a:gd name="T7" fmla="*/ 2 h 6"/>
                <a:gd name="T8" fmla="*/ 18 w 18"/>
                <a:gd name="T9" fmla="*/ 1 h 6"/>
                <a:gd name="T10" fmla="*/ 17 w 18"/>
                <a:gd name="T11" fmla="*/ 0 h 6"/>
                <a:gd name="T12" fmla="*/ 0 w 1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cubicBezTo>
                    <a:pt x="1" y="6"/>
                    <a:pt x="4" y="5"/>
                    <a:pt x="5" y="5"/>
                  </a:cubicBezTo>
                  <a:cubicBezTo>
                    <a:pt x="9" y="5"/>
                    <a:pt x="15" y="4"/>
                    <a:pt x="17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3" y="3"/>
                    <a:pt x="3" y="4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4" name="Freeform 83">
              <a:extLst>
                <a:ext uri="{FF2B5EF4-FFF2-40B4-BE49-F238E27FC236}">
                  <a16:creationId xmlns:a16="http://schemas.microsoft.com/office/drawing/2014/main" id="{D3C58694-D8F7-604B-BFAE-A28C53207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647"/>
              <a:ext cx="63" cy="71"/>
            </a:xfrm>
            <a:custGeom>
              <a:avLst/>
              <a:gdLst>
                <a:gd name="T0" fmla="*/ 12 w 33"/>
                <a:gd name="T1" fmla="*/ 35 h 37"/>
                <a:gd name="T2" fmla="*/ 24 w 33"/>
                <a:gd name="T3" fmla="*/ 34 h 37"/>
                <a:gd name="T4" fmla="*/ 32 w 33"/>
                <a:gd name="T5" fmla="*/ 22 h 37"/>
                <a:gd name="T6" fmla="*/ 31 w 33"/>
                <a:gd name="T7" fmla="*/ 8 h 37"/>
                <a:gd name="T8" fmla="*/ 21 w 33"/>
                <a:gd name="T9" fmla="*/ 1 h 37"/>
                <a:gd name="T10" fmla="*/ 9 w 33"/>
                <a:gd name="T11" fmla="*/ 2 h 37"/>
                <a:gd name="T12" fmla="*/ 1 w 33"/>
                <a:gd name="T13" fmla="*/ 14 h 37"/>
                <a:gd name="T14" fmla="*/ 2 w 33"/>
                <a:gd name="T15" fmla="*/ 28 h 37"/>
                <a:gd name="T16" fmla="*/ 12 w 33"/>
                <a:gd name="T17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7">
                  <a:moveTo>
                    <a:pt x="12" y="35"/>
                  </a:moveTo>
                  <a:cubicBezTo>
                    <a:pt x="16" y="37"/>
                    <a:pt x="20" y="36"/>
                    <a:pt x="24" y="34"/>
                  </a:cubicBezTo>
                  <a:cubicBezTo>
                    <a:pt x="27" y="32"/>
                    <a:pt x="30" y="28"/>
                    <a:pt x="32" y="22"/>
                  </a:cubicBezTo>
                  <a:cubicBezTo>
                    <a:pt x="33" y="16"/>
                    <a:pt x="33" y="12"/>
                    <a:pt x="31" y="8"/>
                  </a:cubicBezTo>
                  <a:cubicBezTo>
                    <a:pt x="29" y="4"/>
                    <a:pt x="26" y="2"/>
                    <a:pt x="21" y="1"/>
                  </a:cubicBezTo>
                  <a:cubicBezTo>
                    <a:pt x="17" y="0"/>
                    <a:pt x="13" y="0"/>
                    <a:pt x="9" y="2"/>
                  </a:cubicBezTo>
                  <a:cubicBezTo>
                    <a:pt x="5" y="4"/>
                    <a:pt x="3" y="8"/>
                    <a:pt x="1" y="14"/>
                  </a:cubicBezTo>
                  <a:cubicBezTo>
                    <a:pt x="0" y="20"/>
                    <a:pt x="0" y="24"/>
                    <a:pt x="2" y="28"/>
                  </a:cubicBezTo>
                  <a:cubicBezTo>
                    <a:pt x="4" y="32"/>
                    <a:pt x="7" y="34"/>
                    <a:pt x="12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5" name="Freeform 84">
              <a:extLst>
                <a:ext uri="{FF2B5EF4-FFF2-40B4-BE49-F238E27FC236}">
                  <a16:creationId xmlns:a16="http://schemas.microsoft.com/office/drawing/2014/main" id="{9874620A-12F2-0E4D-A276-1AE07D7272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3" y="521"/>
              <a:ext cx="1726" cy="1733"/>
            </a:xfrm>
            <a:custGeom>
              <a:avLst/>
              <a:gdLst>
                <a:gd name="T0" fmla="*/ 811 w 904"/>
                <a:gd name="T1" fmla="*/ 404 h 905"/>
                <a:gd name="T2" fmla="*/ 773 w 904"/>
                <a:gd name="T3" fmla="*/ 280 h 905"/>
                <a:gd name="T4" fmla="*/ 778 w 904"/>
                <a:gd name="T5" fmla="*/ 210 h 905"/>
                <a:gd name="T6" fmla="*/ 721 w 904"/>
                <a:gd name="T7" fmla="*/ 187 h 905"/>
                <a:gd name="T8" fmla="*/ 685 w 904"/>
                <a:gd name="T9" fmla="*/ 149 h 905"/>
                <a:gd name="T10" fmla="*/ 616 w 904"/>
                <a:gd name="T11" fmla="*/ 113 h 905"/>
                <a:gd name="T12" fmla="*/ 564 w 904"/>
                <a:gd name="T13" fmla="*/ 108 h 905"/>
                <a:gd name="T14" fmla="*/ 460 w 904"/>
                <a:gd name="T15" fmla="*/ 45 h 905"/>
                <a:gd name="T16" fmla="*/ 374 w 904"/>
                <a:gd name="T17" fmla="*/ 52 h 905"/>
                <a:gd name="T18" fmla="*/ 347 w 904"/>
                <a:gd name="T19" fmla="*/ 78 h 905"/>
                <a:gd name="T20" fmla="*/ 361 w 904"/>
                <a:gd name="T21" fmla="*/ 92 h 905"/>
                <a:gd name="T22" fmla="*/ 311 w 904"/>
                <a:gd name="T23" fmla="*/ 104 h 905"/>
                <a:gd name="T24" fmla="*/ 249 w 904"/>
                <a:gd name="T25" fmla="*/ 97 h 905"/>
                <a:gd name="T26" fmla="*/ 174 w 904"/>
                <a:gd name="T27" fmla="*/ 151 h 905"/>
                <a:gd name="T28" fmla="*/ 120 w 904"/>
                <a:gd name="T29" fmla="*/ 211 h 905"/>
                <a:gd name="T30" fmla="*/ 120 w 904"/>
                <a:gd name="T31" fmla="*/ 282 h 905"/>
                <a:gd name="T32" fmla="*/ 131 w 904"/>
                <a:gd name="T33" fmla="*/ 289 h 905"/>
                <a:gd name="T34" fmla="*/ 95 w 904"/>
                <a:gd name="T35" fmla="*/ 411 h 905"/>
                <a:gd name="T36" fmla="*/ 40 w 904"/>
                <a:gd name="T37" fmla="*/ 454 h 905"/>
                <a:gd name="T38" fmla="*/ 50 w 904"/>
                <a:gd name="T39" fmla="*/ 519 h 905"/>
                <a:gd name="T40" fmla="*/ 101 w 904"/>
                <a:gd name="T41" fmla="*/ 526 h 905"/>
                <a:gd name="T42" fmla="*/ 237 w 904"/>
                <a:gd name="T43" fmla="*/ 764 h 905"/>
                <a:gd name="T44" fmla="*/ 217 w 904"/>
                <a:gd name="T45" fmla="*/ 741 h 905"/>
                <a:gd name="T46" fmla="*/ 195 w 904"/>
                <a:gd name="T47" fmla="*/ 742 h 905"/>
                <a:gd name="T48" fmla="*/ 288 w 904"/>
                <a:gd name="T49" fmla="*/ 830 h 905"/>
                <a:gd name="T50" fmla="*/ 283 w 904"/>
                <a:gd name="T51" fmla="*/ 801 h 905"/>
                <a:gd name="T52" fmla="*/ 308 w 904"/>
                <a:gd name="T53" fmla="*/ 811 h 905"/>
                <a:gd name="T54" fmla="*/ 316 w 904"/>
                <a:gd name="T55" fmla="*/ 787 h 905"/>
                <a:gd name="T56" fmla="*/ 309 w 904"/>
                <a:gd name="T57" fmla="*/ 843 h 905"/>
                <a:gd name="T58" fmla="*/ 351 w 904"/>
                <a:gd name="T59" fmla="*/ 858 h 905"/>
                <a:gd name="T60" fmla="*/ 420 w 904"/>
                <a:gd name="T61" fmla="*/ 807 h 905"/>
                <a:gd name="T62" fmla="*/ 412 w 904"/>
                <a:gd name="T63" fmla="*/ 875 h 905"/>
                <a:gd name="T64" fmla="*/ 399 w 904"/>
                <a:gd name="T65" fmla="*/ 866 h 905"/>
                <a:gd name="T66" fmla="*/ 429 w 904"/>
                <a:gd name="T67" fmla="*/ 859 h 905"/>
                <a:gd name="T68" fmla="*/ 478 w 904"/>
                <a:gd name="T69" fmla="*/ 857 h 905"/>
                <a:gd name="T70" fmla="*/ 476 w 904"/>
                <a:gd name="T71" fmla="*/ 832 h 905"/>
                <a:gd name="T72" fmla="*/ 528 w 904"/>
                <a:gd name="T73" fmla="*/ 866 h 905"/>
                <a:gd name="T74" fmla="*/ 485 w 904"/>
                <a:gd name="T75" fmla="*/ 851 h 905"/>
                <a:gd name="T76" fmla="*/ 515 w 904"/>
                <a:gd name="T77" fmla="*/ 820 h 905"/>
                <a:gd name="T78" fmla="*/ 598 w 904"/>
                <a:gd name="T79" fmla="*/ 840 h 905"/>
                <a:gd name="T80" fmla="*/ 587 w 904"/>
                <a:gd name="T81" fmla="*/ 835 h 905"/>
                <a:gd name="T82" fmla="*/ 583 w 904"/>
                <a:gd name="T83" fmla="*/ 805 h 905"/>
                <a:gd name="T84" fmla="*/ 599 w 904"/>
                <a:gd name="T85" fmla="*/ 797 h 905"/>
                <a:gd name="T86" fmla="*/ 615 w 904"/>
                <a:gd name="T87" fmla="*/ 825 h 905"/>
                <a:gd name="T88" fmla="*/ 655 w 904"/>
                <a:gd name="T89" fmla="*/ 793 h 905"/>
                <a:gd name="T90" fmla="*/ 653 w 904"/>
                <a:gd name="T91" fmla="*/ 761 h 905"/>
                <a:gd name="T92" fmla="*/ 663 w 904"/>
                <a:gd name="T93" fmla="*/ 752 h 905"/>
                <a:gd name="T94" fmla="*/ 667 w 904"/>
                <a:gd name="T95" fmla="*/ 737 h 905"/>
                <a:gd name="T96" fmla="*/ 675 w 904"/>
                <a:gd name="T97" fmla="*/ 737 h 905"/>
                <a:gd name="T98" fmla="*/ 676 w 904"/>
                <a:gd name="T99" fmla="*/ 722 h 905"/>
                <a:gd name="T100" fmla="*/ 690 w 904"/>
                <a:gd name="T101" fmla="*/ 738 h 905"/>
                <a:gd name="T102" fmla="*/ 665 w 904"/>
                <a:gd name="T103" fmla="*/ 771 h 905"/>
                <a:gd name="T104" fmla="*/ 688 w 904"/>
                <a:gd name="T105" fmla="*/ 807 h 905"/>
                <a:gd name="T106" fmla="*/ 679 w 904"/>
                <a:gd name="T107" fmla="*/ 769 h 905"/>
                <a:gd name="T108" fmla="*/ 705 w 904"/>
                <a:gd name="T109" fmla="*/ 766 h 905"/>
                <a:gd name="T110" fmla="*/ 777 w 904"/>
                <a:gd name="T111" fmla="*/ 296 h 905"/>
                <a:gd name="T112" fmla="*/ 809 w 904"/>
                <a:gd name="T113" fmla="*/ 386 h 905"/>
                <a:gd name="T114" fmla="*/ 842 w 904"/>
                <a:gd name="T115" fmla="*/ 517 h 905"/>
                <a:gd name="T116" fmla="*/ 806 w 904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4" h="905">
                  <a:moveTo>
                    <a:pt x="452" y="0"/>
                  </a:moveTo>
                  <a:cubicBezTo>
                    <a:pt x="202" y="0"/>
                    <a:pt x="0" y="203"/>
                    <a:pt x="0" y="453"/>
                  </a:cubicBezTo>
                  <a:cubicBezTo>
                    <a:pt x="0" y="703"/>
                    <a:pt x="202" y="905"/>
                    <a:pt x="452" y="905"/>
                  </a:cubicBezTo>
                  <a:cubicBezTo>
                    <a:pt x="702" y="905"/>
                    <a:pt x="904" y="703"/>
                    <a:pt x="904" y="453"/>
                  </a:cubicBezTo>
                  <a:cubicBezTo>
                    <a:pt x="904" y="203"/>
                    <a:pt x="702" y="0"/>
                    <a:pt x="452" y="0"/>
                  </a:cubicBezTo>
                  <a:close/>
                  <a:moveTo>
                    <a:pt x="857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5" y="400"/>
                    <a:pt x="845" y="400"/>
                    <a:pt x="845" y="400"/>
                  </a:cubicBezTo>
                  <a:cubicBezTo>
                    <a:pt x="834" y="402"/>
                    <a:pt x="834" y="402"/>
                    <a:pt x="834" y="402"/>
                  </a:cubicBezTo>
                  <a:cubicBezTo>
                    <a:pt x="837" y="430"/>
                    <a:pt x="837" y="430"/>
                    <a:pt x="837" y="430"/>
                  </a:cubicBezTo>
                  <a:cubicBezTo>
                    <a:pt x="828" y="431"/>
                    <a:pt x="828" y="431"/>
                    <a:pt x="828" y="431"/>
                  </a:cubicBezTo>
                  <a:cubicBezTo>
                    <a:pt x="825" y="403"/>
                    <a:pt x="825" y="403"/>
                    <a:pt x="825" y="403"/>
                  </a:cubicBezTo>
                  <a:cubicBezTo>
                    <a:pt x="811" y="404"/>
                    <a:pt x="811" y="404"/>
                    <a:pt x="811" y="404"/>
                  </a:cubicBezTo>
                  <a:cubicBezTo>
                    <a:pt x="815" y="436"/>
                    <a:pt x="815" y="436"/>
                    <a:pt x="815" y="436"/>
                  </a:cubicBezTo>
                  <a:cubicBezTo>
                    <a:pt x="806" y="437"/>
                    <a:pt x="806" y="437"/>
                    <a:pt x="806" y="437"/>
                  </a:cubicBezTo>
                  <a:cubicBezTo>
                    <a:pt x="802" y="394"/>
                    <a:pt x="802" y="394"/>
                    <a:pt x="802" y="394"/>
                  </a:cubicBezTo>
                  <a:cubicBezTo>
                    <a:pt x="853" y="388"/>
                    <a:pt x="853" y="388"/>
                    <a:pt x="853" y="388"/>
                  </a:cubicBezTo>
                  <a:lnTo>
                    <a:pt x="857" y="430"/>
                  </a:lnTo>
                  <a:close/>
                  <a:moveTo>
                    <a:pt x="798" y="241"/>
                  </a:moveTo>
                  <a:cubicBezTo>
                    <a:pt x="801" y="246"/>
                    <a:pt x="803" y="250"/>
                    <a:pt x="804" y="253"/>
                  </a:cubicBezTo>
                  <a:cubicBezTo>
                    <a:pt x="804" y="256"/>
                    <a:pt x="804" y="258"/>
                    <a:pt x="803" y="261"/>
                  </a:cubicBezTo>
                  <a:cubicBezTo>
                    <a:pt x="802" y="264"/>
                    <a:pt x="800" y="266"/>
                    <a:pt x="797" y="267"/>
                  </a:cubicBezTo>
                  <a:cubicBezTo>
                    <a:pt x="794" y="270"/>
                    <a:pt x="791" y="270"/>
                    <a:pt x="787" y="269"/>
                  </a:cubicBezTo>
                  <a:cubicBezTo>
                    <a:pt x="784" y="268"/>
                    <a:pt x="780" y="266"/>
                    <a:pt x="777" y="262"/>
                  </a:cubicBezTo>
                  <a:cubicBezTo>
                    <a:pt x="777" y="265"/>
                    <a:pt x="777" y="267"/>
                    <a:pt x="777" y="270"/>
                  </a:cubicBezTo>
                  <a:cubicBezTo>
                    <a:pt x="776" y="272"/>
                    <a:pt x="775" y="275"/>
                    <a:pt x="773" y="280"/>
                  </a:cubicBezTo>
                  <a:cubicBezTo>
                    <a:pt x="768" y="291"/>
                    <a:pt x="768" y="291"/>
                    <a:pt x="768" y="291"/>
                  </a:cubicBezTo>
                  <a:cubicBezTo>
                    <a:pt x="761" y="279"/>
                    <a:pt x="761" y="279"/>
                    <a:pt x="761" y="279"/>
                  </a:cubicBezTo>
                  <a:cubicBezTo>
                    <a:pt x="766" y="266"/>
                    <a:pt x="766" y="266"/>
                    <a:pt x="766" y="266"/>
                  </a:cubicBezTo>
                  <a:cubicBezTo>
                    <a:pt x="768" y="262"/>
                    <a:pt x="769" y="259"/>
                    <a:pt x="769" y="257"/>
                  </a:cubicBezTo>
                  <a:cubicBezTo>
                    <a:pt x="770" y="256"/>
                    <a:pt x="770" y="254"/>
                    <a:pt x="770" y="253"/>
                  </a:cubicBezTo>
                  <a:cubicBezTo>
                    <a:pt x="769" y="252"/>
                    <a:pt x="768" y="250"/>
                    <a:pt x="767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7" y="257"/>
                    <a:pt x="747" y="257"/>
                    <a:pt x="747" y="257"/>
                  </a:cubicBezTo>
                  <a:cubicBezTo>
                    <a:pt x="741" y="247"/>
                    <a:pt x="741" y="247"/>
                    <a:pt x="741" y="247"/>
                  </a:cubicBezTo>
                  <a:cubicBezTo>
                    <a:pt x="785" y="220"/>
                    <a:pt x="785" y="220"/>
                    <a:pt x="785" y="220"/>
                  </a:cubicBezTo>
                  <a:lnTo>
                    <a:pt x="798" y="241"/>
                  </a:lnTo>
                  <a:close/>
                  <a:moveTo>
                    <a:pt x="750" y="176"/>
                  </a:moveTo>
                  <a:cubicBezTo>
                    <a:pt x="778" y="210"/>
                    <a:pt x="778" y="210"/>
                    <a:pt x="778" y="210"/>
                  </a:cubicBezTo>
                  <a:cubicBezTo>
                    <a:pt x="771" y="216"/>
                    <a:pt x="771" y="216"/>
                    <a:pt x="771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0" y="222"/>
                    <a:pt x="720" y="222"/>
                    <a:pt x="720" y="222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3" y="181"/>
                    <a:pt x="743" y="181"/>
                    <a:pt x="743" y="181"/>
                  </a:cubicBezTo>
                  <a:lnTo>
                    <a:pt x="750" y="176"/>
                  </a:lnTo>
                  <a:close/>
                  <a:moveTo>
                    <a:pt x="742" y="168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3" y="153"/>
                    <a:pt x="713" y="153"/>
                    <a:pt x="713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6" y="181"/>
                    <a:pt x="726" y="181"/>
                    <a:pt x="726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0" y="178"/>
                    <a:pt x="690" y="178"/>
                    <a:pt x="690" y="178"/>
                  </a:cubicBezTo>
                  <a:cubicBezTo>
                    <a:pt x="713" y="200"/>
                    <a:pt x="713" y="200"/>
                    <a:pt x="713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6" y="177"/>
                    <a:pt x="676" y="177"/>
                    <a:pt x="676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8"/>
                  </a:lnTo>
                  <a:close/>
                  <a:moveTo>
                    <a:pt x="664" y="106"/>
                  </a:moveTo>
                  <a:cubicBezTo>
                    <a:pt x="679" y="116"/>
                    <a:pt x="679" y="116"/>
                    <a:pt x="679" y="116"/>
                  </a:cubicBezTo>
                  <a:cubicBezTo>
                    <a:pt x="685" y="120"/>
                    <a:pt x="689" y="123"/>
                    <a:pt x="690" y="124"/>
                  </a:cubicBezTo>
                  <a:cubicBezTo>
                    <a:pt x="692" y="127"/>
                    <a:pt x="693" y="130"/>
                    <a:pt x="694" y="133"/>
                  </a:cubicBezTo>
                  <a:cubicBezTo>
                    <a:pt x="694" y="137"/>
                    <a:pt x="693" y="140"/>
                    <a:pt x="691" y="143"/>
                  </a:cubicBezTo>
                  <a:cubicBezTo>
                    <a:pt x="689" y="146"/>
                    <a:pt x="687" y="148"/>
                    <a:pt x="685" y="149"/>
                  </a:cubicBezTo>
                  <a:cubicBezTo>
                    <a:pt x="682" y="150"/>
                    <a:pt x="680" y="150"/>
                    <a:pt x="678" y="150"/>
                  </a:cubicBezTo>
                  <a:cubicBezTo>
                    <a:pt x="676" y="150"/>
                    <a:pt x="673" y="150"/>
                    <a:pt x="672" y="149"/>
                  </a:cubicBezTo>
                  <a:cubicBezTo>
                    <a:pt x="669" y="148"/>
                    <a:pt x="666" y="146"/>
                    <a:pt x="661" y="143"/>
                  </a:cubicBezTo>
                  <a:cubicBezTo>
                    <a:pt x="655" y="138"/>
                    <a:pt x="655" y="138"/>
                    <a:pt x="655" y="138"/>
                  </a:cubicBezTo>
                  <a:cubicBezTo>
                    <a:pt x="644" y="154"/>
                    <a:pt x="644" y="154"/>
                    <a:pt x="644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4" y="106"/>
                  </a:lnTo>
                  <a:close/>
                  <a:moveTo>
                    <a:pt x="631" y="87"/>
                  </a:moveTo>
                  <a:cubicBezTo>
                    <a:pt x="628" y="95"/>
                    <a:pt x="628" y="95"/>
                    <a:pt x="628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6" y="113"/>
                    <a:pt x="616" y="113"/>
                    <a:pt x="616" y="113"/>
                  </a:cubicBezTo>
                  <a:cubicBezTo>
                    <a:pt x="594" y="103"/>
                    <a:pt x="594" y="103"/>
                    <a:pt x="594" y="103"/>
                  </a:cubicBezTo>
                  <a:cubicBezTo>
                    <a:pt x="585" y="124"/>
                    <a:pt x="585" y="124"/>
                    <a:pt x="585" y="124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596" y="72"/>
                    <a:pt x="596" y="72"/>
                    <a:pt x="596" y="72"/>
                  </a:cubicBezTo>
                  <a:lnTo>
                    <a:pt x="631" y="87"/>
                  </a:lnTo>
                  <a:close/>
                  <a:moveTo>
                    <a:pt x="523" y="77"/>
                  </a:moveTo>
                  <a:cubicBezTo>
                    <a:pt x="524" y="72"/>
                    <a:pt x="526" y="68"/>
                    <a:pt x="529" y="65"/>
                  </a:cubicBezTo>
                  <a:cubicBezTo>
                    <a:pt x="531" y="63"/>
                    <a:pt x="533" y="61"/>
                    <a:pt x="536" y="60"/>
                  </a:cubicBezTo>
                  <a:cubicBezTo>
                    <a:pt x="538" y="58"/>
                    <a:pt x="541" y="57"/>
                    <a:pt x="544" y="57"/>
                  </a:cubicBezTo>
                  <a:cubicBezTo>
                    <a:pt x="548" y="57"/>
                    <a:pt x="552" y="57"/>
                    <a:pt x="556" y="58"/>
                  </a:cubicBezTo>
                  <a:cubicBezTo>
                    <a:pt x="564" y="60"/>
                    <a:pt x="570" y="64"/>
                    <a:pt x="574" y="70"/>
                  </a:cubicBezTo>
                  <a:cubicBezTo>
                    <a:pt x="578" y="76"/>
                    <a:pt x="578" y="83"/>
                    <a:pt x="576" y="91"/>
                  </a:cubicBezTo>
                  <a:cubicBezTo>
                    <a:pt x="574" y="99"/>
                    <a:pt x="570" y="105"/>
                    <a:pt x="564" y="108"/>
                  </a:cubicBezTo>
                  <a:cubicBezTo>
                    <a:pt x="558" y="112"/>
                    <a:pt x="551" y="112"/>
                    <a:pt x="542" y="110"/>
                  </a:cubicBezTo>
                  <a:cubicBezTo>
                    <a:pt x="534" y="108"/>
                    <a:pt x="528" y="104"/>
                    <a:pt x="525" y="98"/>
                  </a:cubicBezTo>
                  <a:cubicBezTo>
                    <a:pt x="521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2" y="66"/>
                    <a:pt x="472" y="66"/>
                    <a:pt x="472" y="66"/>
                  </a:cubicBezTo>
                  <a:cubicBezTo>
                    <a:pt x="486" y="46"/>
                    <a:pt x="486" y="46"/>
                    <a:pt x="486" y="46"/>
                  </a:cubicBezTo>
                  <a:cubicBezTo>
                    <a:pt x="499" y="47"/>
                    <a:pt x="499" y="47"/>
                    <a:pt x="499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5" y="97"/>
                    <a:pt x="475" y="97"/>
                    <a:pt x="475" y="97"/>
                  </a:cubicBezTo>
                  <a:cubicBezTo>
                    <a:pt x="464" y="97"/>
                    <a:pt x="464" y="97"/>
                    <a:pt x="464" y="97"/>
                  </a:cubicBezTo>
                  <a:cubicBezTo>
                    <a:pt x="465" y="75"/>
                    <a:pt x="465" y="75"/>
                    <a:pt x="465" y="75"/>
                  </a:cubicBezTo>
                  <a:cubicBezTo>
                    <a:pt x="446" y="44"/>
                    <a:pt x="446" y="44"/>
                    <a:pt x="446" y="44"/>
                  </a:cubicBezTo>
                  <a:lnTo>
                    <a:pt x="460" y="45"/>
                  </a:lnTo>
                  <a:close/>
                  <a:moveTo>
                    <a:pt x="440" y="44"/>
                  </a:moveTo>
                  <a:cubicBezTo>
                    <a:pt x="441" y="53"/>
                    <a:pt x="441" y="53"/>
                    <a:pt x="441" y="53"/>
                  </a:cubicBezTo>
                  <a:cubicBezTo>
                    <a:pt x="424" y="54"/>
                    <a:pt x="424" y="54"/>
                    <a:pt x="424" y="54"/>
                  </a:cubicBezTo>
                  <a:cubicBezTo>
                    <a:pt x="427" y="97"/>
                    <a:pt x="427" y="97"/>
                    <a:pt x="427" y="97"/>
                  </a:cubicBezTo>
                  <a:cubicBezTo>
                    <a:pt x="416" y="98"/>
                    <a:pt x="416" y="98"/>
                    <a:pt x="416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6" y="57"/>
                    <a:pt x="396" y="57"/>
                    <a:pt x="396" y="57"/>
                  </a:cubicBezTo>
                  <a:cubicBezTo>
                    <a:pt x="395" y="48"/>
                    <a:pt x="395" y="48"/>
                    <a:pt x="395" y="48"/>
                  </a:cubicBezTo>
                  <a:lnTo>
                    <a:pt x="440" y="44"/>
                  </a:lnTo>
                  <a:close/>
                  <a:moveTo>
                    <a:pt x="386" y="50"/>
                  </a:moveTo>
                  <a:cubicBezTo>
                    <a:pt x="394" y="101"/>
                    <a:pt x="394" y="101"/>
                    <a:pt x="394" y="101"/>
                  </a:cubicBezTo>
                  <a:cubicBezTo>
                    <a:pt x="383" y="103"/>
                    <a:pt x="383" y="103"/>
                    <a:pt x="383" y="103"/>
                  </a:cubicBezTo>
                  <a:cubicBezTo>
                    <a:pt x="374" y="52"/>
                    <a:pt x="374" y="52"/>
                    <a:pt x="374" y="52"/>
                  </a:cubicBezTo>
                  <a:lnTo>
                    <a:pt x="386" y="50"/>
                  </a:lnTo>
                  <a:close/>
                  <a:moveTo>
                    <a:pt x="324" y="71"/>
                  </a:moveTo>
                  <a:cubicBezTo>
                    <a:pt x="325" y="68"/>
                    <a:pt x="327" y="66"/>
                    <a:pt x="329" y="64"/>
                  </a:cubicBezTo>
                  <a:cubicBezTo>
                    <a:pt x="332" y="62"/>
                    <a:pt x="335" y="60"/>
                    <a:pt x="339" y="59"/>
                  </a:cubicBezTo>
                  <a:cubicBezTo>
                    <a:pt x="346" y="57"/>
                    <a:pt x="352" y="57"/>
                    <a:pt x="356" y="59"/>
                  </a:cubicBezTo>
                  <a:cubicBezTo>
                    <a:pt x="360" y="61"/>
                    <a:pt x="363" y="64"/>
                    <a:pt x="365" y="68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353" y="69"/>
                    <a:pt x="351" y="68"/>
                    <a:pt x="349" y="67"/>
                  </a:cubicBezTo>
                  <a:cubicBezTo>
                    <a:pt x="347" y="66"/>
                    <a:pt x="345" y="66"/>
                    <a:pt x="342" y="67"/>
                  </a:cubicBezTo>
                  <a:cubicBezTo>
                    <a:pt x="338" y="68"/>
                    <a:pt x="336" y="69"/>
                    <a:pt x="335" y="71"/>
                  </a:cubicBezTo>
                  <a:cubicBezTo>
                    <a:pt x="334" y="72"/>
                    <a:pt x="333" y="73"/>
                    <a:pt x="334" y="75"/>
                  </a:cubicBezTo>
                  <a:cubicBezTo>
                    <a:pt x="334" y="76"/>
                    <a:pt x="335" y="77"/>
                    <a:pt x="336" y="77"/>
                  </a:cubicBezTo>
                  <a:cubicBezTo>
                    <a:pt x="338" y="78"/>
                    <a:pt x="342" y="78"/>
                    <a:pt x="347" y="78"/>
                  </a:cubicBezTo>
                  <a:cubicBezTo>
                    <a:pt x="353" y="78"/>
                    <a:pt x="357" y="78"/>
                    <a:pt x="360" y="78"/>
                  </a:cubicBezTo>
                  <a:cubicBezTo>
                    <a:pt x="363" y="79"/>
                    <a:pt x="366" y="80"/>
                    <a:pt x="368" y="82"/>
                  </a:cubicBezTo>
                  <a:cubicBezTo>
                    <a:pt x="370" y="83"/>
                    <a:pt x="371" y="86"/>
                    <a:pt x="372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0" y="101"/>
                    <a:pt x="369" y="103"/>
                    <a:pt x="366" y="105"/>
                  </a:cubicBezTo>
                  <a:cubicBezTo>
                    <a:pt x="363" y="107"/>
                    <a:pt x="359" y="109"/>
                    <a:pt x="354" y="110"/>
                  </a:cubicBezTo>
                  <a:cubicBezTo>
                    <a:pt x="347" y="112"/>
                    <a:pt x="342" y="112"/>
                    <a:pt x="337" y="111"/>
                  </a:cubicBezTo>
                  <a:cubicBezTo>
                    <a:pt x="333" y="109"/>
                    <a:pt x="329" y="105"/>
                    <a:pt x="327" y="100"/>
                  </a:cubicBezTo>
                  <a:cubicBezTo>
                    <a:pt x="337" y="96"/>
                    <a:pt x="337" y="96"/>
                    <a:pt x="337" y="96"/>
                  </a:cubicBezTo>
                  <a:cubicBezTo>
                    <a:pt x="339" y="99"/>
                    <a:pt x="341" y="101"/>
                    <a:pt x="343" y="102"/>
                  </a:cubicBezTo>
                  <a:cubicBezTo>
                    <a:pt x="346" y="103"/>
                    <a:pt x="349" y="103"/>
                    <a:pt x="352" y="102"/>
                  </a:cubicBezTo>
                  <a:cubicBezTo>
                    <a:pt x="356" y="101"/>
                    <a:pt x="358" y="99"/>
                    <a:pt x="360" y="98"/>
                  </a:cubicBezTo>
                  <a:cubicBezTo>
                    <a:pt x="361" y="96"/>
                    <a:pt x="361" y="94"/>
                    <a:pt x="361" y="92"/>
                  </a:cubicBezTo>
                  <a:cubicBezTo>
                    <a:pt x="361" y="91"/>
                    <a:pt x="360" y="90"/>
                    <a:pt x="359" y="89"/>
                  </a:cubicBezTo>
                  <a:cubicBezTo>
                    <a:pt x="358" y="89"/>
                    <a:pt x="356" y="89"/>
                    <a:pt x="354" y="88"/>
                  </a:cubicBezTo>
                  <a:cubicBezTo>
                    <a:pt x="353" y="88"/>
                    <a:pt x="350" y="88"/>
                    <a:pt x="345" y="89"/>
                  </a:cubicBezTo>
                  <a:cubicBezTo>
                    <a:pt x="339" y="89"/>
                    <a:pt x="334" y="88"/>
                    <a:pt x="331" y="87"/>
                  </a:cubicBezTo>
                  <a:cubicBezTo>
                    <a:pt x="327" y="85"/>
                    <a:pt x="324" y="82"/>
                    <a:pt x="323" y="78"/>
                  </a:cubicBezTo>
                  <a:cubicBezTo>
                    <a:pt x="323" y="76"/>
                    <a:pt x="323" y="73"/>
                    <a:pt x="324" y="71"/>
                  </a:cubicBezTo>
                  <a:close/>
                  <a:moveTo>
                    <a:pt x="285" y="79"/>
                  </a:moveTo>
                  <a:cubicBezTo>
                    <a:pt x="291" y="77"/>
                    <a:pt x="295" y="75"/>
                    <a:pt x="298" y="75"/>
                  </a:cubicBezTo>
                  <a:cubicBezTo>
                    <a:pt x="301" y="75"/>
                    <a:pt x="304" y="76"/>
                    <a:pt x="306" y="77"/>
                  </a:cubicBezTo>
                  <a:cubicBezTo>
                    <a:pt x="308" y="79"/>
                    <a:pt x="310" y="81"/>
                    <a:pt x="312" y="83"/>
                  </a:cubicBezTo>
                  <a:cubicBezTo>
                    <a:pt x="313" y="87"/>
                    <a:pt x="313" y="90"/>
                    <a:pt x="312" y="94"/>
                  </a:cubicBezTo>
                  <a:cubicBezTo>
                    <a:pt x="311" y="97"/>
                    <a:pt x="308" y="100"/>
                    <a:pt x="304" y="103"/>
                  </a:cubicBezTo>
                  <a:cubicBezTo>
                    <a:pt x="306" y="103"/>
                    <a:pt x="309" y="103"/>
                    <a:pt x="311" y="104"/>
                  </a:cubicBezTo>
                  <a:cubicBezTo>
                    <a:pt x="313" y="105"/>
                    <a:pt x="316" y="107"/>
                    <a:pt x="320" y="109"/>
                  </a:cubicBezTo>
                  <a:cubicBezTo>
                    <a:pt x="331" y="116"/>
                    <a:pt x="331" y="116"/>
                    <a:pt x="331" y="116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06" y="114"/>
                    <a:pt x="306" y="114"/>
                    <a:pt x="306" y="114"/>
                  </a:cubicBezTo>
                  <a:cubicBezTo>
                    <a:pt x="302" y="112"/>
                    <a:pt x="299" y="110"/>
                    <a:pt x="297" y="110"/>
                  </a:cubicBezTo>
                  <a:cubicBezTo>
                    <a:pt x="296" y="109"/>
                    <a:pt x="295" y="109"/>
                    <a:pt x="293" y="109"/>
                  </a:cubicBezTo>
                  <a:cubicBezTo>
                    <a:pt x="292" y="109"/>
                    <a:pt x="290" y="110"/>
                    <a:pt x="288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84" y="136"/>
                    <a:pt x="284" y="136"/>
                    <a:pt x="284" y="136"/>
                  </a:cubicBezTo>
                  <a:cubicBezTo>
                    <a:pt x="263" y="89"/>
                    <a:pt x="263" y="89"/>
                    <a:pt x="263" y="89"/>
                  </a:cubicBezTo>
                  <a:lnTo>
                    <a:pt x="285" y="79"/>
                  </a:lnTo>
                  <a:close/>
                  <a:moveTo>
                    <a:pt x="249" y="97"/>
                  </a:moveTo>
                  <a:cubicBezTo>
                    <a:pt x="254" y="104"/>
                    <a:pt x="254" y="104"/>
                    <a:pt x="254" y="104"/>
                  </a:cubicBezTo>
                  <a:cubicBezTo>
                    <a:pt x="228" y="120"/>
                    <a:pt x="228" y="120"/>
                    <a:pt x="228" y="120"/>
                  </a:cubicBezTo>
                  <a:cubicBezTo>
                    <a:pt x="234" y="130"/>
                    <a:pt x="234" y="130"/>
                    <a:pt x="234" y="130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63" y="122"/>
                    <a:pt x="263" y="122"/>
                    <a:pt x="263" y="122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46" y="149"/>
                    <a:pt x="246" y="149"/>
                    <a:pt x="246" y="149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78" y="140"/>
                    <a:pt x="278" y="140"/>
                    <a:pt x="278" y="140"/>
                  </a:cubicBezTo>
                  <a:cubicBezTo>
                    <a:pt x="241" y="163"/>
                    <a:pt x="241" y="163"/>
                    <a:pt x="241" y="163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49" y="97"/>
                  </a:lnTo>
                  <a:close/>
                  <a:moveTo>
                    <a:pt x="174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5" y="125"/>
                    <a:pt x="205" y="125"/>
                    <a:pt x="205" y="125"/>
                  </a:cubicBezTo>
                  <a:cubicBezTo>
                    <a:pt x="223" y="178"/>
                    <a:pt x="223" y="178"/>
                    <a:pt x="223" y="178"/>
                  </a:cubicBezTo>
                  <a:cubicBezTo>
                    <a:pt x="213" y="186"/>
                    <a:pt x="213" y="186"/>
                    <a:pt x="213" y="186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4" y="151"/>
                  </a:lnTo>
                  <a:close/>
                  <a:moveTo>
                    <a:pt x="159" y="166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10"/>
                    <a:pt x="189" y="210"/>
                    <a:pt x="189" y="210"/>
                  </a:cubicBezTo>
                  <a:cubicBezTo>
                    <a:pt x="151" y="174"/>
                    <a:pt x="151" y="174"/>
                    <a:pt x="151" y="174"/>
                  </a:cubicBezTo>
                  <a:lnTo>
                    <a:pt x="159" y="166"/>
                  </a:lnTo>
                  <a:close/>
                  <a:moveTo>
                    <a:pt x="120" y="211"/>
                  </a:moveTo>
                  <a:cubicBezTo>
                    <a:pt x="162" y="214"/>
                    <a:pt x="162" y="214"/>
                    <a:pt x="162" y="214"/>
                  </a:cubicBezTo>
                  <a:cubicBezTo>
                    <a:pt x="134" y="193"/>
                    <a:pt x="134" y="193"/>
                    <a:pt x="134" y="193"/>
                  </a:cubicBezTo>
                  <a:cubicBezTo>
                    <a:pt x="141" y="185"/>
                    <a:pt x="141" y="185"/>
                    <a:pt x="141" y="185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3"/>
                    <a:pt x="134" y="223"/>
                    <a:pt x="134" y="223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4" y="252"/>
                    <a:pt x="154" y="252"/>
                    <a:pt x="154" y="252"/>
                  </a:cubicBezTo>
                  <a:cubicBezTo>
                    <a:pt x="113" y="220"/>
                    <a:pt x="113" y="220"/>
                    <a:pt x="113" y="220"/>
                  </a:cubicBezTo>
                  <a:lnTo>
                    <a:pt x="120" y="211"/>
                  </a:lnTo>
                  <a:close/>
                  <a:moveTo>
                    <a:pt x="87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8" y="281"/>
                    <a:pt x="120" y="282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1" y="275"/>
                  </a:cubicBezTo>
                  <a:cubicBezTo>
                    <a:pt x="133" y="273"/>
                    <a:pt x="133" y="270"/>
                    <a:pt x="133" y="268"/>
                  </a:cubicBezTo>
                  <a:cubicBezTo>
                    <a:pt x="133" y="266"/>
                    <a:pt x="132" y="264"/>
                    <a:pt x="131" y="263"/>
                  </a:cubicBezTo>
                  <a:cubicBezTo>
                    <a:pt x="129" y="262"/>
                    <a:pt x="127" y="260"/>
                    <a:pt x="123" y="258"/>
                  </a:cubicBezTo>
                  <a:cubicBezTo>
                    <a:pt x="98" y="244"/>
                    <a:pt x="98" y="244"/>
                    <a:pt x="98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7" y="248"/>
                    <a:pt x="127" y="248"/>
                    <a:pt x="127" y="248"/>
                  </a:cubicBezTo>
                  <a:cubicBezTo>
                    <a:pt x="133" y="251"/>
                    <a:pt x="137" y="253"/>
                    <a:pt x="138" y="255"/>
                  </a:cubicBezTo>
                  <a:cubicBezTo>
                    <a:pt x="140" y="257"/>
                    <a:pt x="142" y="259"/>
                    <a:pt x="142" y="261"/>
                  </a:cubicBezTo>
                  <a:cubicBezTo>
                    <a:pt x="143" y="263"/>
                    <a:pt x="143" y="266"/>
                    <a:pt x="143" y="269"/>
                  </a:cubicBezTo>
                  <a:cubicBezTo>
                    <a:pt x="142" y="272"/>
                    <a:pt x="141" y="275"/>
                    <a:pt x="139" y="279"/>
                  </a:cubicBezTo>
                  <a:cubicBezTo>
                    <a:pt x="136" y="284"/>
                    <a:pt x="134" y="287"/>
                    <a:pt x="131" y="289"/>
                  </a:cubicBezTo>
                  <a:cubicBezTo>
                    <a:pt x="129" y="291"/>
                    <a:pt x="127" y="292"/>
                    <a:pt x="124" y="293"/>
                  </a:cubicBezTo>
                  <a:cubicBezTo>
                    <a:pt x="122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7" y="264"/>
                  </a:lnTo>
                  <a:close/>
                  <a:moveTo>
                    <a:pt x="44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7" y="379"/>
                    <a:pt x="47" y="379"/>
                    <a:pt x="47" y="379"/>
                  </a:cubicBezTo>
                  <a:cubicBezTo>
                    <a:pt x="49" y="368"/>
                    <a:pt x="49" y="368"/>
                    <a:pt x="49" y="368"/>
                  </a:cubicBezTo>
                  <a:cubicBezTo>
                    <a:pt x="100" y="376"/>
                    <a:pt x="100" y="376"/>
                    <a:pt x="100" y="376"/>
                  </a:cubicBezTo>
                  <a:cubicBezTo>
                    <a:pt x="98" y="388"/>
                    <a:pt x="98" y="388"/>
                    <a:pt x="98" y="388"/>
                  </a:cubicBezTo>
                  <a:cubicBezTo>
                    <a:pt x="61" y="405"/>
                    <a:pt x="61" y="405"/>
                    <a:pt x="61" y="405"/>
                  </a:cubicBezTo>
                  <a:cubicBezTo>
                    <a:pt x="95" y="411"/>
                    <a:pt x="95" y="411"/>
                    <a:pt x="95" y="411"/>
                  </a:cubicBezTo>
                  <a:cubicBezTo>
                    <a:pt x="93" y="421"/>
                    <a:pt x="93" y="421"/>
                    <a:pt x="93" y="421"/>
                  </a:cubicBezTo>
                  <a:cubicBezTo>
                    <a:pt x="42" y="413"/>
                    <a:pt x="42" y="413"/>
                    <a:pt x="42" y="413"/>
                  </a:cubicBezTo>
                  <a:lnTo>
                    <a:pt x="44" y="402"/>
                  </a:lnTo>
                  <a:close/>
                  <a:moveTo>
                    <a:pt x="42" y="427"/>
                  </a:moveTo>
                  <a:cubicBezTo>
                    <a:pt x="93" y="430"/>
                    <a:pt x="93" y="430"/>
                    <a:pt x="93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1" y="439"/>
                    <a:pt x="41" y="439"/>
                    <a:pt x="41" y="439"/>
                  </a:cubicBezTo>
                  <a:lnTo>
                    <a:pt x="42" y="427"/>
                  </a:lnTo>
                  <a:close/>
                  <a:moveTo>
                    <a:pt x="42" y="488"/>
                  </a:moveTo>
                  <a:cubicBezTo>
                    <a:pt x="62" y="486"/>
                    <a:pt x="62" y="486"/>
                    <a:pt x="62" y="486"/>
                  </a:cubicBezTo>
                  <a:cubicBezTo>
                    <a:pt x="61" y="464"/>
                    <a:pt x="61" y="464"/>
                    <a:pt x="61" y="464"/>
                  </a:cubicBezTo>
                  <a:cubicBezTo>
                    <a:pt x="41" y="465"/>
                    <a:pt x="41" y="465"/>
                    <a:pt x="41" y="465"/>
                  </a:cubicBezTo>
                  <a:cubicBezTo>
                    <a:pt x="40" y="454"/>
                    <a:pt x="40" y="454"/>
                    <a:pt x="40" y="454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92" y="462"/>
                    <a:pt x="92" y="462"/>
                    <a:pt x="92" y="462"/>
                  </a:cubicBezTo>
                  <a:cubicBezTo>
                    <a:pt x="70" y="463"/>
                    <a:pt x="70" y="463"/>
                    <a:pt x="70" y="463"/>
                  </a:cubicBezTo>
                  <a:cubicBezTo>
                    <a:pt x="71" y="486"/>
                    <a:pt x="71" y="486"/>
                    <a:pt x="71" y="486"/>
                  </a:cubicBezTo>
                  <a:cubicBezTo>
                    <a:pt x="94" y="485"/>
                    <a:pt x="94" y="485"/>
                    <a:pt x="94" y="485"/>
                  </a:cubicBezTo>
                  <a:cubicBezTo>
                    <a:pt x="94" y="496"/>
                    <a:pt x="94" y="496"/>
                    <a:pt x="94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2" y="488"/>
                  </a:lnTo>
                  <a:close/>
                  <a:moveTo>
                    <a:pt x="98" y="546"/>
                  </a:moveTo>
                  <a:cubicBezTo>
                    <a:pt x="94" y="552"/>
                    <a:pt x="88" y="555"/>
                    <a:pt x="80" y="557"/>
                  </a:cubicBezTo>
                  <a:cubicBezTo>
                    <a:pt x="72" y="559"/>
                    <a:pt x="65" y="558"/>
                    <a:pt x="59" y="554"/>
                  </a:cubicBezTo>
                  <a:cubicBezTo>
                    <a:pt x="54" y="550"/>
                    <a:pt x="50" y="544"/>
                    <a:pt x="48" y="536"/>
                  </a:cubicBezTo>
                  <a:cubicBezTo>
                    <a:pt x="47" y="530"/>
                    <a:pt x="48" y="524"/>
                    <a:pt x="50" y="519"/>
                  </a:cubicBezTo>
                  <a:cubicBezTo>
                    <a:pt x="52" y="516"/>
                    <a:pt x="55" y="513"/>
                    <a:pt x="58" y="511"/>
                  </a:cubicBezTo>
                  <a:cubicBezTo>
                    <a:pt x="63" y="522"/>
                    <a:pt x="63" y="522"/>
                    <a:pt x="63" y="522"/>
                  </a:cubicBezTo>
                  <a:cubicBezTo>
                    <a:pt x="61" y="523"/>
                    <a:pt x="59" y="525"/>
                    <a:pt x="58" y="527"/>
                  </a:cubicBezTo>
                  <a:cubicBezTo>
                    <a:pt x="57" y="529"/>
                    <a:pt x="56" y="532"/>
                    <a:pt x="57" y="535"/>
                  </a:cubicBezTo>
                  <a:cubicBezTo>
                    <a:pt x="58" y="539"/>
                    <a:pt x="60" y="542"/>
                    <a:pt x="63" y="544"/>
                  </a:cubicBezTo>
                  <a:cubicBezTo>
                    <a:pt x="67" y="546"/>
                    <a:pt x="71" y="547"/>
                    <a:pt x="77" y="546"/>
                  </a:cubicBezTo>
                  <a:cubicBezTo>
                    <a:pt x="84" y="544"/>
                    <a:pt x="88" y="542"/>
                    <a:pt x="90" y="539"/>
                  </a:cubicBezTo>
                  <a:cubicBezTo>
                    <a:pt x="92" y="536"/>
                    <a:pt x="93" y="532"/>
                    <a:pt x="92" y="528"/>
                  </a:cubicBezTo>
                  <a:cubicBezTo>
                    <a:pt x="91" y="525"/>
                    <a:pt x="90" y="523"/>
                    <a:pt x="88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5" y="507"/>
                    <a:pt x="90" y="509"/>
                    <a:pt x="94" y="512"/>
                  </a:cubicBezTo>
                  <a:cubicBezTo>
                    <a:pt x="97" y="515"/>
                    <a:pt x="100" y="520"/>
                    <a:pt x="101" y="526"/>
                  </a:cubicBezTo>
                  <a:cubicBezTo>
                    <a:pt x="102" y="534"/>
                    <a:pt x="101" y="540"/>
                    <a:pt x="98" y="546"/>
                  </a:cubicBezTo>
                  <a:close/>
                  <a:moveTo>
                    <a:pt x="114" y="330"/>
                  </a:moveTo>
                  <a:cubicBezTo>
                    <a:pt x="101" y="331"/>
                    <a:pt x="101" y="331"/>
                    <a:pt x="101" y="331"/>
                  </a:cubicBezTo>
                  <a:cubicBezTo>
                    <a:pt x="94" y="353"/>
                    <a:pt x="94" y="353"/>
                    <a:pt x="94" y="353"/>
                  </a:cubicBezTo>
                  <a:cubicBezTo>
                    <a:pt x="104" y="361"/>
                    <a:pt x="104" y="361"/>
                    <a:pt x="104" y="361"/>
                  </a:cubicBezTo>
                  <a:cubicBezTo>
                    <a:pt x="100" y="373"/>
                    <a:pt x="100" y="373"/>
                    <a:pt x="100" y="373"/>
                  </a:cubicBezTo>
                  <a:cubicBezTo>
                    <a:pt x="58" y="336"/>
                    <a:pt x="58" y="336"/>
                    <a:pt x="58" y="336"/>
                  </a:cubicBezTo>
                  <a:cubicBezTo>
                    <a:pt x="62" y="325"/>
                    <a:pt x="62" y="325"/>
                    <a:pt x="62" y="325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4" y="330"/>
                  </a:lnTo>
                  <a:close/>
                  <a:moveTo>
                    <a:pt x="252" y="762"/>
                  </a:moveTo>
                  <a:cubicBezTo>
                    <a:pt x="251" y="763"/>
                    <a:pt x="251" y="764"/>
                    <a:pt x="250" y="764"/>
                  </a:cubicBezTo>
                  <a:cubicBezTo>
                    <a:pt x="248" y="766"/>
                    <a:pt x="238" y="764"/>
                    <a:pt x="237" y="764"/>
                  </a:cubicBezTo>
                  <a:cubicBezTo>
                    <a:pt x="233" y="764"/>
                    <a:pt x="231" y="764"/>
                    <a:pt x="230" y="766"/>
                  </a:cubicBezTo>
                  <a:cubicBezTo>
                    <a:pt x="231" y="767"/>
                    <a:pt x="230" y="770"/>
                    <a:pt x="228" y="770"/>
                  </a:cubicBezTo>
                  <a:cubicBezTo>
                    <a:pt x="226" y="770"/>
                    <a:pt x="222" y="768"/>
                    <a:pt x="218" y="768"/>
                  </a:cubicBezTo>
                  <a:cubicBezTo>
                    <a:pt x="217" y="768"/>
                    <a:pt x="216" y="768"/>
                    <a:pt x="215" y="768"/>
                  </a:cubicBezTo>
                  <a:cubicBezTo>
                    <a:pt x="205" y="781"/>
                    <a:pt x="196" y="792"/>
                    <a:pt x="185" y="805"/>
                  </a:cubicBezTo>
                  <a:cubicBezTo>
                    <a:pt x="184" y="804"/>
                    <a:pt x="183" y="805"/>
                    <a:pt x="182" y="805"/>
                  </a:cubicBezTo>
                  <a:cubicBezTo>
                    <a:pt x="191" y="793"/>
                    <a:pt x="199" y="779"/>
                    <a:pt x="208" y="766"/>
                  </a:cubicBezTo>
                  <a:cubicBezTo>
                    <a:pt x="208" y="765"/>
                    <a:pt x="207" y="764"/>
                    <a:pt x="207" y="763"/>
                  </a:cubicBezTo>
                  <a:cubicBezTo>
                    <a:pt x="207" y="761"/>
                    <a:pt x="209" y="758"/>
                    <a:pt x="211" y="758"/>
                  </a:cubicBezTo>
                  <a:cubicBezTo>
                    <a:pt x="211" y="758"/>
                    <a:pt x="212" y="758"/>
                    <a:pt x="213" y="758"/>
                  </a:cubicBezTo>
                  <a:cubicBezTo>
                    <a:pt x="218" y="750"/>
                    <a:pt x="218" y="750"/>
                    <a:pt x="220" y="748"/>
                  </a:cubicBezTo>
                  <a:cubicBezTo>
                    <a:pt x="219" y="746"/>
                    <a:pt x="210" y="743"/>
                    <a:pt x="212" y="741"/>
                  </a:cubicBezTo>
                  <a:cubicBezTo>
                    <a:pt x="213" y="741"/>
                    <a:pt x="216" y="741"/>
                    <a:pt x="217" y="741"/>
                  </a:cubicBezTo>
                  <a:cubicBezTo>
                    <a:pt x="219" y="742"/>
                    <a:pt x="221" y="742"/>
                    <a:pt x="223" y="743"/>
                  </a:cubicBezTo>
                  <a:cubicBezTo>
                    <a:pt x="226" y="739"/>
                    <a:pt x="228" y="736"/>
                    <a:pt x="230" y="731"/>
                  </a:cubicBezTo>
                  <a:cubicBezTo>
                    <a:pt x="230" y="730"/>
                    <a:pt x="233" y="726"/>
                    <a:pt x="232" y="726"/>
                  </a:cubicBezTo>
                  <a:cubicBezTo>
                    <a:pt x="232" y="725"/>
                    <a:pt x="232" y="724"/>
                    <a:pt x="232" y="723"/>
                  </a:cubicBezTo>
                  <a:cubicBezTo>
                    <a:pt x="236" y="725"/>
                    <a:pt x="238" y="727"/>
                    <a:pt x="238" y="731"/>
                  </a:cubicBezTo>
                  <a:cubicBezTo>
                    <a:pt x="239" y="731"/>
                    <a:pt x="239" y="734"/>
                    <a:pt x="238" y="735"/>
                  </a:cubicBezTo>
                  <a:cubicBezTo>
                    <a:pt x="236" y="738"/>
                    <a:pt x="233" y="742"/>
                    <a:pt x="231" y="745"/>
                  </a:cubicBezTo>
                  <a:cubicBezTo>
                    <a:pt x="232" y="746"/>
                    <a:pt x="232" y="746"/>
                    <a:pt x="233" y="747"/>
                  </a:cubicBezTo>
                  <a:cubicBezTo>
                    <a:pt x="236" y="748"/>
                    <a:pt x="239" y="748"/>
                    <a:pt x="242" y="750"/>
                  </a:cubicBezTo>
                  <a:cubicBezTo>
                    <a:pt x="242" y="750"/>
                    <a:pt x="243" y="750"/>
                    <a:pt x="244" y="749"/>
                  </a:cubicBezTo>
                  <a:cubicBezTo>
                    <a:pt x="251" y="753"/>
                    <a:pt x="253" y="761"/>
                    <a:pt x="252" y="762"/>
                  </a:cubicBezTo>
                  <a:close/>
                  <a:moveTo>
                    <a:pt x="188" y="735"/>
                  </a:moveTo>
                  <a:cubicBezTo>
                    <a:pt x="191" y="738"/>
                    <a:pt x="194" y="740"/>
                    <a:pt x="195" y="742"/>
                  </a:cubicBezTo>
                  <a:cubicBezTo>
                    <a:pt x="196" y="743"/>
                    <a:pt x="200" y="748"/>
                    <a:pt x="202" y="755"/>
                  </a:cubicBezTo>
                  <a:cubicBezTo>
                    <a:pt x="203" y="757"/>
                    <a:pt x="204" y="758"/>
                    <a:pt x="203" y="761"/>
                  </a:cubicBezTo>
                  <a:cubicBezTo>
                    <a:pt x="199" y="758"/>
                    <a:pt x="199" y="757"/>
                    <a:pt x="197" y="752"/>
                  </a:cubicBezTo>
                  <a:cubicBezTo>
                    <a:pt x="197" y="750"/>
                    <a:pt x="196" y="748"/>
                    <a:pt x="193" y="744"/>
                  </a:cubicBezTo>
                  <a:cubicBezTo>
                    <a:pt x="192" y="742"/>
                    <a:pt x="188" y="738"/>
                    <a:pt x="188" y="735"/>
                  </a:cubicBezTo>
                  <a:close/>
                  <a:moveTo>
                    <a:pt x="261" y="821"/>
                  </a:moveTo>
                  <a:cubicBezTo>
                    <a:pt x="261" y="819"/>
                    <a:pt x="259" y="818"/>
                    <a:pt x="260" y="815"/>
                  </a:cubicBezTo>
                  <a:cubicBezTo>
                    <a:pt x="265" y="807"/>
                    <a:pt x="273" y="790"/>
                    <a:pt x="281" y="779"/>
                  </a:cubicBezTo>
                  <a:cubicBezTo>
                    <a:pt x="281" y="778"/>
                    <a:pt x="282" y="776"/>
                    <a:pt x="283" y="777"/>
                  </a:cubicBezTo>
                  <a:cubicBezTo>
                    <a:pt x="283" y="778"/>
                    <a:pt x="284" y="778"/>
                    <a:pt x="282" y="782"/>
                  </a:cubicBezTo>
                  <a:cubicBezTo>
                    <a:pt x="282" y="783"/>
                    <a:pt x="262" y="820"/>
                    <a:pt x="264" y="821"/>
                  </a:cubicBezTo>
                  <a:cubicBezTo>
                    <a:pt x="262" y="821"/>
                    <a:pt x="263" y="821"/>
                    <a:pt x="261" y="821"/>
                  </a:cubicBezTo>
                  <a:close/>
                  <a:moveTo>
                    <a:pt x="288" y="830"/>
                  </a:moveTo>
                  <a:cubicBezTo>
                    <a:pt x="288" y="830"/>
                    <a:pt x="287" y="830"/>
                    <a:pt x="287" y="830"/>
                  </a:cubicBezTo>
                  <a:cubicBezTo>
                    <a:pt x="285" y="830"/>
                    <a:pt x="283" y="829"/>
                    <a:pt x="281" y="828"/>
                  </a:cubicBezTo>
                  <a:cubicBezTo>
                    <a:pt x="280" y="826"/>
                    <a:pt x="275" y="818"/>
                    <a:pt x="275" y="816"/>
                  </a:cubicBezTo>
                  <a:cubicBezTo>
                    <a:pt x="275" y="816"/>
                    <a:pt x="275" y="816"/>
                    <a:pt x="276" y="816"/>
                  </a:cubicBezTo>
                  <a:cubicBezTo>
                    <a:pt x="277" y="822"/>
                    <a:pt x="286" y="820"/>
                    <a:pt x="293" y="818"/>
                  </a:cubicBezTo>
                  <a:cubicBezTo>
                    <a:pt x="299" y="816"/>
                    <a:pt x="304" y="813"/>
                    <a:pt x="305" y="812"/>
                  </a:cubicBezTo>
                  <a:cubicBezTo>
                    <a:pt x="304" y="811"/>
                    <a:pt x="305" y="811"/>
                    <a:pt x="303" y="809"/>
                  </a:cubicBezTo>
                  <a:cubicBezTo>
                    <a:pt x="303" y="810"/>
                    <a:pt x="300" y="811"/>
                    <a:pt x="296" y="812"/>
                  </a:cubicBezTo>
                  <a:cubicBezTo>
                    <a:pt x="288" y="814"/>
                    <a:pt x="274" y="816"/>
                    <a:pt x="273" y="815"/>
                  </a:cubicBezTo>
                  <a:cubicBezTo>
                    <a:pt x="269" y="814"/>
                    <a:pt x="270" y="813"/>
                    <a:pt x="272" y="809"/>
                  </a:cubicBezTo>
                  <a:cubicBezTo>
                    <a:pt x="279" y="807"/>
                    <a:pt x="290" y="805"/>
                    <a:pt x="296" y="802"/>
                  </a:cubicBezTo>
                  <a:cubicBezTo>
                    <a:pt x="297" y="802"/>
                    <a:pt x="298" y="801"/>
                    <a:pt x="297" y="799"/>
                  </a:cubicBezTo>
                  <a:cubicBezTo>
                    <a:pt x="294" y="801"/>
                    <a:pt x="286" y="801"/>
                    <a:pt x="283" y="801"/>
                  </a:cubicBezTo>
                  <a:cubicBezTo>
                    <a:pt x="280" y="798"/>
                    <a:pt x="282" y="795"/>
                    <a:pt x="284" y="792"/>
                  </a:cubicBezTo>
                  <a:cubicBezTo>
                    <a:pt x="284" y="792"/>
                    <a:pt x="284" y="792"/>
                    <a:pt x="284" y="792"/>
                  </a:cubicBezTo>
                  <a:cubicBezTo>
                    <a:pt x="286" y="794"/>
                    <a:pt x="293" y="793"/>
                    <a:pt x="295" y="791"/>
                  </a:cubicBezTo>
                  <a:cubicBezTo>
                    <a:pt x="294" y="789"/>
                    <a:pt x="291" y="784"/>
                    <a:pt x="293" y="785"/>
                  </a:cubicBezTo>
                  <a:cubicBezTo>
                    <a:pt x="295" y="786"/>
                    <a:pt x="295" y="787"/>
                    <a:pt x="297" y="788"/>
                  </a:cubicBezTo>
                  <a:cubicBezTo>
                    <a:pt x="298" y="788"/>
                    <a:pt x="298" y="787"/>
                    <a:pt x="298" y="787"/>
                  </a:cubicBezTo>
                  <a:cubicBezTo>
                    <a:pt x="296" y="786"/>
                    <a:pt x="295" y="785"/>
                    <a:pt x="294" y="785"/>
                  </a:cubicBezTo>
                  <a:cubicBezTo>
                    <a:pt x="295" y="782"/>
                    <a:pt x="297" y="782"/>
                    <a:pt x="299" y="783"/>
                  </a:cubicBezTo>
                  <a:cubicBezTo>
                    <a:pt x="301" y="784"/>
                    <a:pt x="307" y="790"/>
                    <a:pt x="308" y="790"/>
                  </a:cubicBezTo>
                  <a:cubicBezTo>
                    <a:pt x="308" y="790"/>
                    <a:pt x="308" y="790"/>
                    <a:pt x="308" y="790"/>
                  </a:cubicBezTo>
                  <a:cubicBezTo>
                    <a:pt x="309" y="791"/>
                    <a:pt x="309" y="792"/>
                    <a:pt x="310" y="793"/>
                  </a:cubicBezTo>
                  <a:cubicBezTo>
                    <a:pt x="309" y="797"/>
                    <a:pt x="307" y="798"/>
                    <a:pt x="305" y="798"/>
                  </a:cubicBezTo>
                  <a:cubicBezTo>
                    <a:pt x="305" y="802"/>
                    <a:pt x="305" y="806"/>
                    <a:pt x="308" y="811"/>
                  </a:cubicBezTo>
                  <a:cubicBezTo>
                    <a:pt x="310" y="810"/>
                    <a:pt x="312" y="809"/>
                    <a:pt x="313" y="808"/>
                  </a:cubicBezTo>
                  <a:cubicBezTo>
                    <a:pt x="315" y="810"/>
                    <a:pt x="316" y="811"/>
                    <a:pt x="316" y="814"/>
                  </a:cubicBezTo>
                  <a:cubicBezTo>
                    <a:pt x="314" y="818"/>
                    <a:pt x="309" y="817"/>
                    <a:pt x="309" y="819"/>
                  </a:cubicBezTo>
                  <a:cubicBezTo>
                    <a:pt x="307" y="824"/>
                    <a:pt x="308" y="831"/>
                    <a:pt x="307" y="835"/>
                  </a:cubicBezTo>
                  <a:cubicBezTo>
                    <a:pt x="306" y="835"/>
                    <a:pt x="305" y="835"/>
                    <a:pt x="305" y="835"/>
                  </a:cubicBezTo>
                  <a:cubicBezTo>
                    <a:pt x="304" y="831"/>
                    <a:pt x="304" y="824"/>
                    <a:pt x="305" y="821"/>
                  </a:cubicBezTo>
                  <a:cubicBezTo>
                    <a:pt x="302" y="821"/>
                    <a:pt x="299" y="823"/>
                    <a:pt x="294" y="824"/>
                  </a:cubicBezTo>
                  <a:cubicBezTo>
                    <a:pt x="294" y="825"/>
                    <a:pt x="294" y="824"/>
                    <a:pt x="294" y="825"/>
                  </a:cubicBezTo>
                  <a:cubicBezTo>
                    <a:pt x="296" y="826"/>
                    <a:pt x="297" y="827"/>
                    <a:pt x="297" y="828"/>
                  </a:cubicBezTo>
                  <a:cubicBezTo>
                    <a:pt x="297" y="829"/>
                    <a:pt x="296" y="831"/>
                    <a:pt x="295" y="831"/>
                  </a:cubicBezTo>
                  <a:cubicBezTo>
                    <a:pt x="294" y="831"/>
                    <a:pt x="293" y="830"/>
                    <a:pt x="290" y="829"/>
                  </a:cubicBezTo>
                  <a:cubicBezTo>
                    <a:pt x="289" y="829"/>
                    <a:pt x="289" y="829"/>
                    <a:pt x="288" y="830"/>
                  </a:cubicBezTo>
                  <a:close/>
                  <a:moveTo>
                    <a:pt x="316" y="787"/>
                  </a:moveTo>
                  <a:cubicBezTo>
                    <a:pt x="316" y="785"/>
                    <a:pt x="319" y="786"/>
                    <a:pt x="320" y="787"/>
                  </a:cubicBezTo>
                  <a:cubicBezTo>
                    <a:pt x="322" y="788"/>
                    <a:pt x="324" y="789"/>
                    <a:pt x="326" y="794"/>
                  </a:cubicBezTo>
                  <a:cubicBezTo>
                    <a:pt x="325" y="796"/>
                    <a:pt x="325" y="797"/>
                    <a:pt x="324" y="798"/>
                  </a:cubicBezTo>
                  <a:cubicBezTo>
                    <a:pt x="323" y="799"/>
                    <a:pt x="318" y="798"/>
                    <a:pt x="318" y="795"/>
                  </a:cubicBezTo>
                  <a:cubicBezTo>
                    <a:pt x="317" y="793"/>
                    <a:pt x="316" y="788"/>
                    <a:pt x="316" y="787"/>
                  </a:cubicBezTo>
                  <a:close/>
                  <a:moveTo>
                    <a:pt x="340" y="802"/>
                  </a:moveTo>
                  <a:cubicBezTo>
                    <a:pt x="333" y="803"/>
                    <a:pt x="318" y="845"/>
                    <a:pt x="312" y="854"/>
                  </a:cubicBezTo>
                  <a:cubicBezTo>
                    <a:pt x="307" y="861"/>
                    <a:pt x="305" y="861"/>
                    <a:pt x="302" y="858"/>
                  </a:cubicBezTo>
                  <a:cubicBezTo>
                    <a:pt x="298" y="854"/>
                    <a:pt x="293" y="836"/>
                    <a:pt x="294" y="832"/>
                  </a:cubicBezTo>
                  <a:cubicBezTo>
                    <a:pt x="295" y="833"/>
                    <a:pt x="296" y="836"/>
                    <a:pt x="297" y="837"/>
                  </a:cubicBezTo>
                  <a:cubicBezTo>
                    <a:pt x="297" y="836"/>
                    <a:pt x="297" y="836"/>
                    <a:pt x="297" y="835"/>
                  </a:cubicBezTo>
                  <a:cubicBezTo>
                    <a:pt x="298" y="838"/>
                    <a:pt x="302" y="846"/>
                    <a:pt x="303" y="847"/>
                  </a:cubicBezTo>
                  <a:cubicBezTo>
                    <a:pt x="306" y="849"/>
                    <a:pt x="307" y="845"/>
                    <a:pt x="309" y="843"/>
                  </a:cubicBezTo>
                  <a:cubicBezTo>
                    <a:pt x="313" y="834"/>
                    <a:pt x="324" y="807"/>
                    <a:pt x="329" y="799"/>
                  </a:cubicBezTo>
                  <a:cubicBezTo>
                    <a:pt x="331" y="794"/>
                    <a:pt x="334" y="789"/>
                    <a:pt x="330" y="786"/>
                  </a:cubicBezTo>
                  <a:cubicBezTo>
                    <a:pt x="319" y="780"/>
                    <a:pt x="305" y="785"/>
                    <a:pt x="295" y="779"/>
                  </a:cubicBezTo>
                  <a:cubicBezTo>
                    <a:pt x="295" y="778"/>
                    <a:pt x="295" y="778"/>
                    <a:pt x="296" y="778"/>
                  </a:cubicBezTo>
                  <a:cubicBezTo>
                    <a:pt x="301" y="776"/>
                    <a:pt x="327" y="782"/>
                    <a:pt x="327" y="782"/>
                  </a:cubicBezTo>
                  <a:cubicBezTo>
                    <a:pt x="335" y="784"/>
                    <a:pt x="345" y="793"/>
                    <a:pt x="340" y="802"/>
                  </a:cubicBezTo>
                  <a:close/>
                  <a:moveTo>
                    <a:pt x="364" y="858"/>
                  </a:moveTo>
                  <a:cubicBezTo>
                    <a:pt x="364" y="858"/>
                    <a:pt x="362" y="859"/>
                    <a:pt x="362" y="860"/>
                  </a:cubicBezTo>
                  <a:cubicBezTo>
                    <a:pt x="362" y="860"/>
                    <a:pt x="361" y="861"/>
                    <a:pt x="360" y="861"/>
                  </a:cubicBezTo>
                  <a:cubicBezTo>
                    <a:pt x="360" y="861"/>
                    <a:pt x="357" y="862"/>
                    <a:pt x="355" y="861"/>
                  </a:cubicBezTo>
                  <a:cubicBezTo>
                    <a:pt x="355" y="861"/>
                    <a:pt x="354" y="860"/>
                    <a:pt x="353" y="860"/>
                  </a:cubicBezTo>
                  <a:cubicBezTo>
                    <a:pt x="353" y="860"/>
                    <a:pt x="351" y="859"/>
                    <a:pt x="350" y="859"/>
                  </a:cubicBezTo>
                  <a:cubicBezTo>
                    <a:pt x="350" y="859"/>
                    <a:pt x="349" y="859"/>
                    <a:pt x="351" y="858"/>
                  </a:cubicBezTo>
                  <a:cubicBezTo>
                    <a:pt x="351" y="858"/>
                    <a:pt x="351" y="858"/>
                    <a:pt x="353" y="858"/>
                  </a:cubicBezTo>
                  <a:cubicBezTo>
                    <a:pt x="353" y="858"/>
                    <a:pt x="353" y="858"/>
                    <a:pt x="354" y="857"/>
                  </a:cubicBezTo>
                  <a:cubicBezTo>
                    <a:pt x="354" y="857"/>
                    <a:pt x="354" y="857"/>
                    <a:pt x="354" y="857"/>
                  </a:cubicBezTo>
                  <a:cubicBezTo>
                    <a:pt x="354" y="857"/>
                    <a:pt x="355" y="858"/>
                    <a:pt x="356" y="856"/>
                  </a:cubicBezTo>
                  <a:cubicBezTo>
                    <a:pt x="356" y="856"/>
                    <a:pt x="356" y="855"/>
                    <a:pt x="357" y="855"/>
                  </a:cubicBezTo>
                  <a:cubicBezTo>
                    <a:pt x="357" y="855"/>
                    <a:pt x="361" y="853"/>
                    <a:pt x="370" y="848"/>
                  </a:cubicBezTo>
                  <a:cubicBezTo>
                    <a:pt x="370" y="848"/>
                    <a:pt x="378" y="843"/>
                    <a:pt x="384" y="837"/>
                  </a:cubicBezTo>
                  <a:cubicBezTo>
                    <a:pt x="384" y="837"/>
                    <a:pt x="388" y="834"/>
                    <a:pt x="392" y="831"/>
                  </a:cubicBezTo>
                  <a:cubicBezTo>
                    <a:pt x="392" y="831"/>
                    <a:pt x="405" y="820"/>
                    <a:pt x="408" y="817"/>
                  </a:cubicBezTo>
                  <a:cubicBezTo>
                    <a:pt x="408" y="817"/>
                    <a:pt x="398" y="813"/>
                    <a:pt x="400" y="808"/>
                  </a:cubicBezTo>
                  <a:cubicBezTo>
                    <a:pt x="400" y="808"/>
                    <a:pt x="400" y="806"/>
                    <a:pt x="401" y="808"/>
                  </a:cubicBezTo>
                  <a:cubicBezTo>
                    <a:pt x="401" y="808"/>
                    <a:pt x="405" y="812"/>
                    <a:pt x="412" y="810"/>
                  </a:cubicBezTo>
                  <a:cubicBezTo>
                    <a:pt x="412" y="810"/>
                    <a:pt x="416" y="810"/>
                    <a:pt x="420" y="807"/>
                  </a:cubicBezTo>
                  <a:cubicBezTo>
                    <a:pt x="420" y="807"/>
                    <a:pt x="424" y="807"/>
                    <a:pt x="426" y="815"/>
                  </a:cubicBezTo>
                  <a:cubicBezTo>
                    <a:pt x="426" y="815"/>
                    <a:pt x="427" y="819"/>
                    <a:pt x="424" y="818"/>
                  </a:cubicBezTo>
                  <a:cubicBezTo>
                    <a:pt x="424" y="818"/>
                    <a:pt x="421" y="818"/>
                    <a:pt x="419" y="819"/>
                  </a:cubicBezTo>
                  <a:cubicBezTo>
                    <a:pt x="418" y="819"/>
                    <a:pt x="417" y="819"/>
                    <a:pt x="416" y="820"/>
                  </a:cubicBezTo>
                  <a:cubicBezTo>
                    <a:pt x="416" y="820"/>
                    <a:pt x="409" y="826"/>
                    <a:pt x="396" y="835"/>
                  </a:cubicBezTo>
                  <a:cubicBezTo>
                    <a:pt x="396" y="835"/>
                    <a:pt x="390" y="839"/>
                    <a:pt x="380" y="848"/>
                  </a:cubicBezTo>
                  <a:cubicBezTo>
                    <a:pt x="380" y="848"/>
                    <a:pt x="373" y="855"/>
                    <a:pt x="364" y="858"/>
                  </a:cubicBezTo>
                  <a:close/>
                  <a:moveTo>
                    <a:pt x="429" y="859"/>
                  </a:moveTo>
                  <a:cubicBezTo>
                    <a:pt x="429" y="859"/>
                    <a:pt x="429" y="860"/>
                    <a:pt x="429" y="861"/>
                  </a:cubicBezTo>
                  <a:cubicBezTo>
                    <a:pt x="429" y="861"/>
                    <a:pt x="429" y="863"/>
                    <a:pt x="427" y="862"/>
                  </a:cubicBezTo>
                  <a:cubicBezTo>
                    <a:pt x="427" y="862"/>
                    <a:pt x="420" y="864"/>
                    <a:pt x="418" y="866"/>
                  </a:cubicBezTo>
                  <a:cubicBezTo>
                    <a:pt x="418" y="866"/>
                    <a:pt x="415" y="870"/>
                    <a:pt x="415" y="872"/>
                  </a:cubicBezTo>
                  <a:cubicBezTo>
                    <a:pt x="415" y="872"/>
                    <a:pt x="415" y="875"/>
                    <a:pt x="412" y="875"/>
                  </a:cubicBezTo>
                  <a:cubicBezTo>
                    <a:pt x="412" y="875"/>
                    <a:pt x="411" y="876"/>
                    <a:pt x="409" y="875"/>
                  </a:cubicBezTo>
                  <a:cubicBezTo>
                    <a:pt x="409" y="875"/>
                    <a:pt x="406" y="873"/>
                    <a:pt x="403" y="876"/>
                  </a:cubicBezTo>
                  <a:cubicBezTo>
                    <a:pt x="403" y="876"/>
                    <a:pt x="403" y="877"/>
                    <a:pt x="402" y="875"/>
                  </a:cubicBezTo>
                  <a:cubicBezTo>
                    <a:pt x="402" y="875"/>
                    <a:pt x="402" y="874"/>
                    <a:pt x="400" y="874"/>
                  </a:cubicBezTo>
                  <a:cubicBezTo>
                    <a:pt x="400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6" y="867"/>
                  </a:cubicBezTo>
                  <a:cubicBezTo>
                    <a:pt x="396" y="867"/>
                    <a:pt x="395" y="861"/>
                    <a:pt x="394" y="858"/>
                  </a:cubicBezTo>
                  <a:cubicBezTo>
                    <a:pt x="394" y="858"/>
                    <a:pt x="393" y="855"/>
                    <a:pt x="390" y="854"/>
                  </a:cubicBezTo>
                  <a:cubicBezTo>
                    <a:pt x="390" y="854"/>
                    <a:pt x="386" y="848"/>
                    <a:pt x="388" y="848"/>
                  </a:cubicBezTo>
                  <a:cubicBezTo>
                    <a:pt x="388" y="848"/>
                    <a:pt x="393" y="848"/>
                    <a:pt x="395" y="854"/>
                  </a:cubicBezTo>
                  <a:cubicBezTo>
                    <a:pt x="395" y="854"/>
                    <a:pt x="395" y="856"/>
                    <a:pt x="396" y="858"/>
                  </a:cubicBezTo>
                  <a:cubicBezTo>
                    <a:pt x="396" y="858"/>
                    <a:pt x="396" y="860"/>
                    <a:pt x="399" y="866"/>
                  </a:cubicBezTo>
                  <a:cubicBezTo>
                    <a:pt x="399" y="866"/>
                    <a:pt x="399" y="867"/>
                    <a:pt x="400" y="865"/>
                  </a:cubicBezTo>
                  <a:cubicBezTo>
                    <a:pt x="401" y="863"/>
                    <a:pt x="401" y="863"/>
                    <a:pt x="401" y="863"/>
                  </a:cubicBezTo>
                  <a:cubicBezTo>
                    <a:pt x="401" y="863"/>
                    <a:pt x="402" y="861"/>
                    <a:pt x="403" y="862"/>
                  </a:cubicBezTo>
                  <a:cubicBezTo>
                    <a:pt x="403" y="862"/>
                    <a:pt x="404" y="863"/>
                    <a:pt x="404" y="862"/>
                  </a:cubicBezTo>
                  <a:cubicBezTo>
                    <a:pt x="404" y="862"/>
                    <a:pt x="407" y="861"/>
                    <a:pt x="409" y="858"/>
                  </a:cubicBezTo>
                  <a:cubicBezTo>
                    <a:pt x="409" y="858"/>
                    <a:pt x="412" y="856"/>
                    <a:pt x="411" y="855"/>
                  </a:cubicBezTo>
                  <a:cubicBezTo>
                    <a:pt x="411" y="855"/>
                    <a:pt x="408" y="852"/>
                    <a:pt x="407" y="850"/>
                  </a:cubicBezTo>
                  <a:cubicBezTo>
                    <a:pt x="407" y="850"/>
                    <a:pt x="405" y="849"/>
                    <a:pt x="406" y="848"/>
                  </a:cubicBezTo>
                  <a:cubicBezTo>
                    <a:pt x="406" y="848"/>
                    <a:pt x="407" y="848"/>
                    <a:pt x="410" y="849"/>
                  </a:cubicBezTo>
                  <a:cubicBezTo>
                    <a:pt x="410" y="849"/>
                    <a:pt x="416" y="850"/>
                    <a:pt x="418" y="848"/>
                  </a:cubicBezTo>
                  <a:cubicBezTo>
                    <a:pt x="418" y="848"/>
                    <a:pt x="419" y="846"/>
                    <a:pt x="420" y="847"/>
                  </a:cubicBezTo>
                  <a:cubicBezTo>
                    <a:pt x="420" y="847"/>
                    <a:pt x="423" y="850"/>
                    <a:pt x="424" y="850"/>
                  </a:cubicBezTo>
                  <a:cubicBezTo>
                    <a:pt x="424" y="850"/>
                    <a:pt x="430" y="852"/>
                    <a:pt x="429" y="859"/>
                  </a:cubicBezTo>
                  <a:close/>
                  <a:moveTo>
                    <a:pt x="485" y="876"/>
                  </a:moveTo>
                  <a:cubicBezTo>
                    <a:pt x="485" y="876"/>
                    <a:pt x="484" y="878"/>
                    <a:pt x="482" y="877"/>
                  </a:cubicBezTo>
                  <a:cubicBezTo>
                    <a:pt x="482" y="877"/>
                    <a:pt x="476" y="874"/>
                    <a:pt x="474" y="867"/>
                  </a:cubicBezTo>
                  <a:cubicBezTo>
                    <a:pt x="474" y="867"/>
                    <a:pt x="472" y="857"/>
                    <a:pt x="472" y="856"/>
                  </a:cubicBezTo>
                  <a:cubicBezTo>
                    <a:pt x="472" y="856"/>
                    <a:pt x="473" y="856"/>
                    <a:pt x="472" y="855"/>
                  </a:cubicBezTo>
                  <a:cubicBezTo>
                    <a:pt x="472" y="849"/>
                    <a:pt x="472" y="849"/>
                    <a:pt x="472" y="849"/>
                  </a:cubicBezTo>
                  <a:cubicBezTo>
                    <a:pt x="472" y="849"/>
                    <a:pt x="472" y="848"/>
                    <a:pt x="472" y="847"/>
                  </a:cubicBezTo>
                  <a:cubicBezTo>
                    <a:pt x="472" y="847"/>
                    <a:pt x="472" y="846"/>
                    <a:pt x="472" y="846"/>
                  </a:cubicBezTo>
                  <a:cubicBezTo>
                    <a:pt x="472" y="846"/>
                    <a:pt x="472" y="845"/>
                    <a:pt x="472" y="845"/>
                  </a:cubicBezTo>
                  <a:cubicBezTo>
                    <a:pt x="472" y="845"/>
                    <a:pt x="472" y="842"/>
                    <a:pt x="474" y="844"/>
                  </a:cubicBezTo>
                  <a:cubicBezTo>
                    <a:pt x="474" y="844"/>
                    <a:pt x="475" y="845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7" y="856"/>
                    <a:pt x="478" y="857"/>
                  </a:cubicBezTo>
                  <a:cubicBezTo>
                    <a:pt x="478" y="857"/>
                    <a:pt x="480" y="857"/>
                    <a:pt x="480" y="860"/>
                  </a:cubicBezTo>
                  <a:cubicBezTo>
                    <a:pt x="480" y="860"/>
                    <a:pt x="480" y="862"/>
                    <a:pt x="480" y="862"/>
                  </a:cubicBezTo>
                  <a:cubicBezTo>
                    <a:pt x="480" y="862"/>
                    <a:pt x="480" y="864"/>
                    <a:pt x="481" y="863"/>
                  </a:cubicBezTo>
                  <a:cubicBezTo>
                    <a:pt x="481" y="863"/>
                    <a:pt x="482" y="863"/>
                    <a:pt x="482" y="864"/>
                  </a:cubicBezTo>
                  <a:cubicBezTo>
                    <a:pt x="482" y="864"/>
                    <a:pt x="482" y="868"/>
                    <a:pt x="483" y="869"/>
                  </a:cubicBezTo>
                  <a:cubicBezTo>
                    <a:pt x="483" y="869"/>
                    <a:pt x="483" y="870"/>
                    <a:pt x="483" y="870"/>
                  </a:cubicBezTo>
                  <a:cubicBezTo>
                    <a:pt x="483" y="870"/>
                    <a:pt x="483" y="871"/>
                    <a:pt x="484" y="871"/>
                  </a:cubicBezTo>
                  <a:cubicBezTo>
                    <a:pt x="484" y="871"/>
                    <a:pt x="484" y="871"/>
                    <a:pt x="484" y="872"/>
                  </a:cubicBezTo>
                  <a:cubicBezTo>
                    <a:pt x="484" y="872"/>
                    <a:pt x="485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0" y="833"/>
                    <a:pt x="480" y="833"/>
                  </a:cubicBezTo>
                  <a:cubicBezTo>
                    <a:pt x="480" y="833"/>
                    <a:pt x="479" y="833"/>
                    <a:pt x="477" y="833"/>
                  </a:cubicBezTo>
                  <a:cubicBezTo>
                    <a:pt x="477" y="833"/>
                    <a:pt x="476" y="833"/>
                    <a:pt x="476" y="832"/>
                  </a:cubicBezTo>
                  <a:cubicBezTo>
                    <a:pt x="476" y="832"/>
                    <a:pt x="479" y="827"/>
                    <a:pt x="478" y="823"/>
                  </a:cubicBezTo>
                  <a:cubicBezTo>
                    <a:pt x="478" y="823"/>
                    <a:pt x="477" y="822"/>
                    <a:pt x="478" y="821"/>
                  </a:cubicBezTo>
                  <a:cubicBezTo>
                    <a:pt x="478" y="821"/>
                    <a:pt x="479" y="820"/>
                    <a:pt x="480" y="821"/>
                  </a:cubicBezTo>
                  <a:cubicBezTo>
                    <a:pt x="480" y="821"/>
                    <a:pt x="484" y="829"/>
                    <a:pt x="485" y="832"/>
                  </a:cubicBezTo>
                  <a:cubicBezTo>
                    <a:pt x="485" y="832"/>
                    <a:pt x="485" y="835"/>
                    <a:pt x="482" y="834"/>
                  </a:cubicBezTo>
                  <a:close/>
                  <a:moveTo>
                    <a:pt x="540" y="839"/>
                  </a:moveTo>
                  <a:cubicBezTo>
                    <a:pt x="540" y="839"/>
                    <a:pt x="538" y="842"/>
                    <a:pt x="536" y="843"/>
                  </a:cubicBezTo>
                  <a:cubicBezTo>
                    <a:pt x="536" y="843"/>
                    <a:pt x="535" y="844"/>
                    <a:pt x="535" y="846"/>
                  </a:cubicBezTo>
                  <a:cubicBezTo>
                    <a:pt x="535" y="846"/>
                    <a:pt x="532" y="852"/>
                    <a:pt x="530" y="853"/>
                  </a:cubicBezTo>
                  <a:cubicBezTo>
                    <a:pt x="530" y="853"/>
                    <a:pt x="527" y="855"/>
                    <a:pt x="528" y="858"/>
                  </a:cubicBezTo>
                  <a:cubicBezTo>
                    <a:pt x="528" y="858"/>
                    <a:pt x="532" y="860"/>
                    <a:pt x="531" y="864"/>
                  </a:cubicBezTo>
                  <a:cubicBezTo>
                    <a:pt x="531" y="864"/>
                    <a:pt x="532" y="866"/>
                    <a:pt x="530" y="866"/>
                  </a:cubicBezTo>
                  <a:cubicBezTo>
                    <a:pt x="530" y="866"/>
                    <a:pt x="529" y="866"/>
                    <a:pt x="528" y="866"/>
                  </a:cubicBezTo>
                  <a:cubicBezTo>
                    <a:pt x="528" y="866"/>
                    <a:pt x="527" y="867"/>
                    <a:pt x="527" y="867"/>
                  </a:cubicBezTo>
                  <a:cubicBezTo>
                    <a:pt x="527" y="867"/>
                    <a:pt x="524" y="868"/>
                    <a:pt x="521" y="868"/>
                  </a:cubicBezTo>
                  <a:cubicBezTo>
                    <a:pt x="521" y="868"/>
                    <a:pt x="519" y="868"/>
                    <a:pt x="517" y="868"/>
                  </a:cubicBezTo>
                  <a:cubicBezTo>
                    <a:pt x="517" y="868"/>
                    <a:pt x="516" y="867"/>
                    <a:pt x="516" y="868"/>
                  </a:cubicBezTo>
                  <a:cubicBezTo>
                    <a:pt x="516" y="868"/>
                    <a:pt x="511" y="873"/>
                    <a:pt x="506" y="869"/>
                  </a:cubicBezTo>
                  <a:cubicBezTo>
                    <a:pt x="506" y="869"/>
                    <a:pt x="505" y="868"/>
                    <a:pt x="504" y="868"/>
                  </a:cubicBezTo>
                  <a:cubicBezTo>
                    <a:pt x="503" y="867"/>
                    <a:pt x="502" y="866"/>
                    <a:pt x="501" y="866"/>
                  </a:cubicBezTo>
                  <a:cubicBezTo>
                    <a:pt x="501" y="866"/>
                    <a:pt x="496" y="862"/>
                    <a:pt x="493" y="861"/>
                  </a:cubicBezTo>
                  <a:cubicBezTo>
                    <a:pt x="493" y="861"/>
                    <a:pt x="490" y="858"/>
                    <a:pt x="489" y="856"/>
                  </a:cubicBezTo>
                  <a:cubicBezTo>
                    <a:pt x="489" y="856"/>
                    <a:pt x="488" y="853"/>
                    <a:pt x="487" y="853"/>
                  </a:cubicBezTo>
                  <a:cubicBezTo>
                    <a:pt x="487" y="853"/>
                    <a:pt x="485" y="853"/>
                    <a:pt x="485" y="852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49"/>
                    <a:pt x="487" y="846"/>
                  </a:cubicBezTo>
                  <a:cubicBezTo>
                    <a:pt x="487" y="846"/>
                    <a:pt x="489" y="844"/>
                    <a:pt x="490" y="843"/>
                  </a:cubicBezTo>
                  <a:cubicBezTo>
                    <a:pt x="490" y="843"/>
                    <a:pt x="494" y="839"/>
                    <a:pt x="497" y="838"/>
                  </a:cubicBezTo>
                  <a:cubicBezTo>
                    <a:pt x="497" y="838"/>
                    <a:pt x="498" y="836"/>
                    <a:pt x="499" y="835"/>
                  </a:cubicBezTo>
                  <a:cubicBezTo>
                    <a:pt x="500" y="834"/>
                    <a:pt x="501" y="833"/>
                    <a:pt x="502" y="833"/>
                  </a:cubicBezTo>
                  <a:cubicBezTo>
                    <a:pt x="502" y="833"/>
                    <a:pt x="503" y="831"/>
                    <a:pt x="505" y="830"/>
                  </a:cubicBezTo>
                  <a:cubicBezTo>
                    <a:pt x="505" y="830"/>
                    <a:pt x="509" y="829"/>
                    <a:pt x="509" y="828"/>
                  </a:cubicBezTo>
                  <a:cubicBezTo>
                    <a:pt x="509" y="828"/>
                    <a:pt x="508" y="825"/>
                    <a:pt x="508" y="824"/>
                  </a:cubicBezTo>
                  <a:cubicBezTo>
                    <a:pt x="506" y="809"/>
                    <a:pt x="506" y="809"/>
                    <a:pt x="506" y="809"/>
                  </a:cubicBezTo>
                  <a:cubicBezTo>
                    <a:pt x="506" y="809"/>
                    <a:pt x="506" y="808"/>
                    <a:pt x="507" y="809"/>
                  </a:cubicBezTo>
                  <a:cubicBezTo>
                    <a:pt x="507" y="809"/>
                    <a:pt x="508" y="809"/>
                    <a:pt x="510" y="809"/>
                  </a:cubicBezTo>
                  <a:cubicBezTo>
                    <a:pt x="510" y="809"/>
                    <a:pt x="511" y="809"/>
                    <a:pt x="512" y="812"/>
                  </a:cubicBezTo>
                  <a:cubicBezTo>
                    <a:pt x="512" y="812"/>
                    <a:pt x="514" y="816"/>
                    <a:pt x="515" y="820"/>
                  </a:cubicBezTo>
                  <a:cubicBezTo>
                    <a:pt x="515" y="820"/>
                    <a:pt x="516" y="826"/>
                    <a:pt x="516" y="827"/>
                  </a:cubicBezTo>
                  <a:cubicBezTo>
                    <a:pt x="516" y="827"/>
                    <a:pt x="515" y="828"/>
                    <a:pt x="517" y="828"/>
                  </a:cubicBezTo>
                  <a:cubicBezTo>
                    <a:pt x="517" y="828"/>
                    <a:pt x="520" y="828"/>
                    <a:pt x="522" y="829"/>
                  </a:cubicBezTo>
                  <a:cubicBezTo>
                    <a:pt x="526" y="829"/>
                    <a:pt x="531" y="829"/>
                    <a:pt x="532" y="829"/>
                  </a:cubicBezTo>
                  <a:cubicBezTo>
                    <a:pt x="532" y="829"/>
                    <a:pt x="537" y="830"/>
                    <a:pt x="540" y="835"/>
                  </a:cubicBezTo>
                  <a:cubicBezTo>
                    <a:pt x="540" y="835"/>
                    <a:pt x="541" y="835"/>
                    <a:pt x="540" y="839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10"/>
                    <a:pt x="603" y="811"/>
                  </a:cubicBezTo>
                  <a:cubicBezTo>
                    <a:pt x="603" y="811"/>
                    <a:pt x="602" y="815"/>
                    <a:pt x="602" y="816"/>
                  </a:cubicBezTo>
                  <a:cubicBezTo>
                    <a:pt x="602" y="816"/>
                    <a:pt x="602" y="819"/>
                    <a:pt x="601" y="821"/>
                  </a:cubicBezTo>
                  <a:cubicBezTo>
                    <a:pt x="601" y="821"/>
                    <a:pt x="597" y="826"/>
                    <a:pt x="601" y="831"/>
                  </a:cubicBezTo>
                  <a:cubicBezTo>
                    <a:pt x="601" y="831"/>
                    <a:pt x="604" y="834"/>
                    <a:pt x="601" y="837"/>
                  </a:cubicBezTo>
                  <a:cubicBezTo>
                    <a:pt x="601" y="837"/>
                    <a:pt x="599" y="837"/>
                    <a:pt x="598" y="840"/>
                  </a:cubicBezTo>
                  <a:cubicBezTo>
                    <a:pt x="598" y="840"/>
                    <a:pt x="598" y="842"/>
                    <a:pt x="598" y="842"/>
                  </a:cubicBezTo>
                  <a:cubicBezTo>
                    <a:pt x="598" y="842"/>
                    <a:pt x="598" y="844"/>
                    <a:pt x="598" y="845"/>
                  </a:cubicBezTo>
                  <a:cubicBezTo>
                    <a:pt x="598" y="845"/>
                    <a:pt x="597" y="847"/>
                    <a:pt x="595" y="848"/>
                  </a:cubicBezTo>
                  <a:cubicBezTo>
                    <a:pt x="595" y="848"/>
                    <a:pt x="592" y="850"/>
                    <a:pt x="592" y="851"/>
                  </a:cubicBezTo>
                  <a:cubicBezTo>
                    <a:pt x="592" y="851"/>
                    <a:pt x="590" y="853"/>
                    <a:pt x="590" y="853"/>
                  </a:cubicBezTo>
                  <a:cubicBezTo>
                    <a:pt x="590" y="853"/>
                    <a:pt x="589" y="853"/>
                    <a:pt x="589" y="854"/>
                  </a:cubicBezTo>
                  <a:cubicBezTo>
                    <a:pt x="589" y="854"/>
                    <a:pt x="588" y="856"/>
                    <a:pt x="585" y="857"/>
                  </a:cubicBezTo>
                  <a:cubicBezTo>
                    <a:pt x="585" y="857"/>
                    <a:pt x="585" y="851"/>
                    <a:pt x="585" y="848"/>
                  </a:cubicBezTo>
                  <a:cubicBezTo>
                    <a:pt x="585" y="848"/>
                    <a:pt x="585" y="845"/>
                    <a:pt x="586" y="843"/>
                  </a:cubicBezTo>
                  <a:cubicBezTo>
                    <a:pt x="586" y="843"/>
                    <a:pt x="585" y="840"/>
                    <a:pt x="587" y="840"/>
                  </a:cubicBezTo>
                  <a:cubicBezTo>
                    <a:pt x="587" y="840"/>
                    <a:pt x="588" y="841"/>
                    <a:pt x="588" y="840"/>
                  </a:cubicBezTo>
                  <a:cubicBezTo>
                    <a:pt x="588" y="840"/>
                    <a:pt x="589" y="836"/>
                    <a:pt x="589" y="836"/>
                  </a:cubicBezTo>
                  <a:cubicBezTo>
                    <a:pt x="589" y="836"/>
                    <a:pt x="588" y="835"/>
                    <a:pt x="587" y="835"/>
                  </a:cubicBezTo>
                  <a:cubicBezTo>
                    <a:pt x="587" y="835"/>
                    <a:pt x="586" y="834"/>
                    <a:pt x="587" y="832"/>
                  </a:cubicBezTo>
                  <a:cubicBezTo>
                    <a:pt x="587" y="832"/>
                    <a:pt x="587" y="832"/>
                    <a:pt x="585" y="831"/>
                  </a:cubicBezTo>
                  <a:cubicBezTo>
                    <a:pt x="585" y="831"/>
                    <a:pt x="583" y="830"/>
                    <a:pt x="583" y="831"/>
                  </a:cubicBezTo>
                  <a:cubicBezTo>
                    <a:pt x="583" y="831"/>
                    <a:pt x="583" y="832"/>
                    <a:pt x="581" y="831"/>
                  </a:cubicBezTo>
                  <a:cubicBezTo>
                    <a:pt x="581" y="831"/>
                    <a:pt x="572" y="829"/>
                    <a:pt x="576" y="827"/>
                  </a:cubicBezTo>
                  <a:cubicBezTo>
                    <a:pt x="576" y="827"/>
                    <a:pt x="581" y="827"/>
                    <a:pt x="584" y="823"/>
                  </a:cubicBezTo>
                  <a:cubicBezTo>
                    <a:pt x="584" y="823"/>
                    <a:pt x="586" y="822"/>
                    <a:pt x="586" y="815"/>
                  </a:cubicBezTo>
                  <a:cubicBezTo>
                    <a:pt x="586" y="815"/>
                    <a:pt x="586" y="814"/>
                    <a:pt x="585" y="813"/>
                  </a:cubicBezTo>
                  <a:cubicBezTo>
                    <a:pt x="585" y="813"/>
                    <a:pt x="585" y="813"/>
                    <a:pt x="585" y="812"/>
                  </a:cubicBezTo>
                  <a:cubicBezTo>
                    <a:pt x="585" y="812"/>
                    <a:pt x="585" y="811"/>
                    <a:pt x="584" y="810"/>
                  </a:cubicBezTo>
                  <a:cubicBezTo>
                    <a:pt x="584" y="810"/>
                    <a:pt x="584" y="809"/>
                    <a:pt x="584" y="808"/>
                  </a:cubicBezTo>
                  <a:cubicBezTo>
                    <a:pt x="584" y="808"/>
                    <a:pt x="584" y="807"/>
                    <a:pt x="583" y="807"/>
                  </a:cubicBezTo>
                  <a:cubicBezTo>
                    <a:pt x="583" y="807"/>
                    <a:pt x="583" y="806"/>
                    <a:pt x="583" y="805"/>
                  </a:cubicBezTo>
                  <a:cubicBezTo>
                    <a:pt x="583" y="805"/>
                    <a:pt x="583" y="805"/>
                    <a:pt x="583" y="804"/>
                  </a:cubicBezTo>
                  <a:cubicBezTo>
                    <a:pt x="583" y="804"/>
                    <a:pt x="582" y="803"/>
                    <a:pt x="583" y="803"/>
                  </a:cubicBezTo>
                  <a:cubicBezTo>
                    <a:pt x="583" y="803"/>
                    <a:pt x="584" y="803"/>
                    <a:pt x="583" y="801"/>
                  </a:cubicBezTo>
                  <a:cubicBezTo>
                    <a:pt x="583" y="801"/>
                    <a:pt x="582" y="800"/>
                    <a:pt x="581" y="799"/>
                  </a:cubicBezTo>
                  <a:cubicBezTo>
                    <a:pt x="580" y="798"/>
                    <a:pt x="580" y="798"/>
                    <a:pt x="580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3" y="788"/>
                    <a:pt x="577" y="789"/>
                  </a:cubicBezTo>
                  <a:cubicBezTo>
                    <a:pt x="577" y="789"/>
                    <a:pt x="581" y="788"/>
                    <a:pt x="583" y="789"/>
                  </a:cubicBezTo>
                  <a:cubicBezTo>
                    <a:pt x="583" y="789"/>
                    <a:pt x="587" y="789"/>
                    <a:pt x="588" y="789"/>
                  </a:cubicBezTo>
                  <a:cubicBezTo>
                    <a:pt x="588" y="789"/>
                    <a:pt x="589" y="789"/>
                    <a:pt x="591" y="792"/>
                  </a:cubicBezTo>
                  <a:cubicBezTo>
                    <a:pt x="591" y="792"/>
                    <a:pt x="592" y="796"/>
                    <a:pt x="593" y="796"/>
                  </a:cubicBezTo>
                  <a:cubicBezTo>
                    <a:pt x="593" y="796"/>
                    <a:pt x="597" y="797"/>
                    <a:pt x="598" y="797"/>
                  </a:cubicBezTo>
                  <a:cubicBezTo>
                    <a:pt x="598" y="797"/>
                    <a:pt x="598" y="797"/>
                    <a:pt x="599" y="797"/>
                  </a:cubicBezTo>
                  <a:cubicBezTo>
                    <a:pt x="599" y="797"/>
                    <a:pt x="601" y="796"/>
                    <a:pt x="602" y="798"/>
                  </a:cubicBezTo>
                  <a:cubicBezTo>
                    <a:pt x="602" y="798"/>
                    <a:pt x="602" y="800"/>
                    <a:pt x="603" y="799"/>
                  </a:cubicBezTo>
                  <a:cubicBezTo>
                    <a:pt x="603" y="799"/>
                    <a:pt x="605" y="799"/>
                    <a:pt x="605" y="802"/>
                  </a:cubicBezTo>
                  <a:cubicBezTo>
                    <a:pt x="605" y="802"/>
                    <a:pt x="607" y="807"/>
                    <a:pt x="604" y="809"/>
                  </a:cubicBezTo>
                  <a:close/>
                  <a:moveTo>
                    <a:pt x="631" y="834"/>
                  </a:moveTo>
                  <a:cubicBezTo>
                    <a:pt x="631" y="834"/>
                    <a:pt x="630" y="838"/>
                    <a:pt x="627" y="838"/>
                  </a:cubicBezTo>
                  <a:cubicBezTo>
                    <a:pt x="627" y="838"/>
                    <a:pt x="625" y="839"/>
                    <a:pt x="624" y="839"/>
                  </a:cubicBezTo>
                  <a:cubicBezTo>
                    <a:pt x="624" y="839"/>
                    <a:pt x="622" y="839"/>
                    <a:pt x="621" y="838"/>
                  </a:cubicBezTo>
                  <a:cubicBezTo>
                    <a:pt x="621" y="838"/>
                    <a:pt x="620" y="838"/>
                    <a:pt x="619" y="839"/>
                  </a:cubicBezTo>
                  <a:cubicBezTo>
                    <a:pt x="619" y="839"/>
                    <a:pt x="619" y="839"/>
                    <a:pt x="617" y="837"/>
                  </a:cubicBezTo>
                  <a:cubicBezTo>
                    <a:pt x="617" y="837"/>
                    <a:pt x="616" y="836"/>
                    <a:pt x="616" y="834"/>
                  </a:cubicBezTo>
                  <a:cubicBezTo>
                    <a:pt x="616" y="834"/>
                    <a:pt x="616" y="832"/>
                    <a:pt x="614" y="829"/>
                  </a:cubicBezTo>
                  <a:cubicBezTo>
                    <a:pt x="614" y="829"/>
                    <a:pt x="613" y="825"/>
                    <a:pt x="615" y="825"/>
                  </a:cubicBezTo>
                  <a:cubicBezTo>
                    <a:pt x="615" y="825"/>
                    <a:pt x="617" y="825"/>
                    <a:pt x="618" y="825"/>
                  </a:cubicBezTo>
                  <a:cubicBezTo>
                    <a:pt x="618" y="825"/>
                    <a:pt x="621" y="825"/>
                    <a:pt x="625" y="826"/>
                  </a:cubicBezTo>
                  <a:cubicBezTo>
                    <a:pt x="625" y="826"/>
                    <a:pt x="628" y="828"/>
                    <a:pt x="629" y="828"/>
                  </a:cubicBezTo>
                  <a:cubicBezTo>
                    <a:pt x="629" y="828"/>
                    <a:pt x="631" y="828"/>
                    <a:pt x="631" y="831"/>
                  </a:cubicBezTo>
                  <a:cubicBezTo>
                    <a:pt x="631" y="831"/>
                    <a:pt x="631" y="832"/>
                    <a:pt x="631" y="833"/>
                  </a:cubicBezTo>
                  <a:cubicBezTo>
                    <a:pt x="631" y="833"/>
                    <a:pt x="631" y="834"/>
                    <a:pt x="631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4" y="773"/>
                    <a:pt x="663" y="772"/>
                  </a:cubicBezTo>
                  <a:cubicBezTo>
                    <a:pt x="663" y="772"/>
                    <a:pt x="662" y="771"/>
                    <a:pt x="661" y="773"/>
                  </a:cubicBezTo>
                  <a:cubicBezTo>
                    <a:pt x="661" y="773"/>
                    <a:pt x="655" y="778"/>
                    <a:pt x="656" y="783"/>
                  </a:cubicBezTo>
                  <a:cubicBezTo>
                    <a:pt x="656" y="783"/>
                    <a:pt x="655" y="784"/>
                    <a:pt x="656" y="786"/>
                  </a:cubicBezTo>
                  <a:cubicBezTo>
                    <a:pt x="656" y="786"/>
                    <a:pt x="656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3" y="793"/>
                    <a:pt x="652" y="794"/>
                  </a:cubicBezTo>
                  <a:cubicBezTo>
                    <a:pt x="652" y="794"/>
                    <a:pt x="652" y="794"/>
                    <a:pt x="651" y="794"/>
                  </a:cubicBezTo>
                  <a:cubicBezTo>
                    <a:pt x="651" y="794"/>
                    <a:pt x="647" y="794"/>
                    <a:pt x="647" y="791"/>
                  </a:cubicBezTo>
                  <a:cubicBezTo>
                    <a:pt x="647" y="791"/>
                    <a:pt x="648" y="788"/>
                    <a:pt x="647" y="785"/>
                  </a:cubicBezTo>
                  <a:cubicBezTo>
                    <a:pt x="647" y="785"/>
                    <a:pt x="646" y="782"/>
                    <a:pt x="648" y="781"/>
                  </a:cubicBezTo>
                  <a:cubicBezTo>
                    <a:pt x="648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3" y="779"/>
                  </a:cubicBezTo>
                  <a:cubicBezTo>
                    <a:pt x="653" y="779"/>
                    <a:pt x="658" y="773"/>
                    <a:pt x="660" y="770"/>
                  </a:cubicBezTo>
                  <a:cubicBezTo>
                    <a:pt x="660" y="770"/>
                    <a:pt x="661" y="770"/>
                    <a:pt x="659" y="768"/>
                  </a:cubicBezTo>
                  <a:cubicBezTo>
                    <a:pt x="659" y="768"/>
                    <a:pt x="654" y="762"/>
                    <a:pt x="649" y="761"/>
                  </a:cubicBezTo>
                  <a:cubicBezTo>
                    <a:pt x="649" y="761"/>
                    <a:pt x="644" y="758"/>
                    <a:pt x="642" y="759"/>
                  </a:cubicBezTo>
                  <a:cubicBezTo>
                    <a:pt x="642" y="759"/>
                    <a:pt x="633" y="758"/>
                    <a:pt x="639" y="757"/>
                  </a:cubicBezTo>
                  <a:cubicBezTo>
                    <a:pt x="639" y="757"/>
                    <a:pt x="645" y="755"/>
                    <a:pt x="653" y="761"/>
                  </a:cubicBezTo>
                  <a:cubicBezTo>
                    <a:pt x="653" y="761"/>
                    <a:pt x="659" y="764"/>
                    <a:pt x="661" y="767"/>
                  </a:cubicBezTo>
                  <a:cubicBezTo>
                    <a:pt x="661" y="767"/>
                    <a:pt x="661" y="769"/>
                    <a:pt x="662" y="767"/>
                  </a:cubicBezTo>
                  <a:cubicBezTo>
                    <a:pt x="662" y="767"/>
                    <a:pt x="665" y="765"/>
                    <a:pt x="663" y="763"/>
                  </a:cubicBezTo>
                  <a:cubicBezTo>
                    <a:pt x="663" y="763"/>
                    <a:pt x="660" y="757"/>
                    <a:pt x="649" y="750"/>
                  </a:cubicBezTo>
                  <a:cubicBezTo>
                    <a:pt x="649" y="750"/>
                    <a:pt x="645" y="748"/>
                    <a:pt x="643" y="748"/>
                  </a:cubicBezTo>
                  <a:cubicBezTo>
                    <a:pt x="643" y="748"/>
                    <a:pt x="641" y="748"/>
                    <a:pt x="643" y="747"/>
                  </a:cubicBezTo>
                  <a:cubicBezTo>
                    <a:pt x="643" y="747"/>
                    <a:pt x="649" y="745"/>
                    <a:pt x="655" y="750"/>
                  </a:cubicBezTo>
                  <a:cubicBezTo>
                    <a:pt x="655" y="750"/>
                    <a:pt x="660" y="755"/>
                    <a:pt x="664" y="758"/>
                  </a:cubicBezTo>
                  <a:cubicBezTo>
                    <a:pt x="664" y="758"/>
                    <a:pt x="665" y="760"/>
                    <a:pt x="664" y="758"/>
                  </a:cubicBezTo>
                  <a:cubicBezTo>
                    <a:pt x="664" y="758"/>
                    <a:pt x="664" y="756"/>
                    <a:pt x="665" y="756"/>
                  </a:cubicBezTo>
                  <a:cubicBezTo>
                    <a:pt x="665" y="756"/>
                    <a:pt x="665" y="755"/>
                    <a:pt x="664" y="755"/>
                  </a:cubicBezTo>
                  <a:cubicBezTo>
                    <a:pt x="664" y="755"/>
                    <a:pt x="663" y="753"/>
                    <a:pt x="664" y="753"/>
                  </a:cubicBezTo>
                  <a:cubicBezTo>
                    <a:pt x="664" y="753"/>
                    <a:pt x="664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59" y="750"/>
                  </a:cubicBezTo>
                  <a:cubicBezTo>
                    <a:pt x="659" y="750"/>
                    <a:pt x="661" y="750"/>
                    <a:pt x="662" y="750"/>
                  </a:cubicBezTo>
                  <a:cubicBezTo>
                    <a:pt x="662" y="750"/>
                    <a:pt x="663" y="750"/>
                    <a:pt x="662" y="749"/>
                  </a:cubicBezTo>
                  <a:cubicBezTo>
                    <a:pt x="662" y="749"/>
                    <a:pt x="660" y="745"/>
                    <a:pt x="660" y="744"/>
                  </a:cubicBezTo>
                  <a:cubicBezTo>
                    <a:pt x="660" y="744"/>
                    <a:pt x="659" y="742"/>
                    <a:pt x="659" y="744"/>
                  </a:cubicBezTo>
                  <a:cubicBezTo>
                    <a:pt x="659" y="744"/>
                    <a:pt x="658" y="746"/>
                    <a:pt x="655" y="745"/>
                  </a:cubicBezTo>
                  <a:cubicBezTo>
                    <a:pt x="655" y="745"/>
                    <a:pt x="650" y="744"/>
                    <a:pt x="650" y="741"/>
                  </a:cubicBezTo>
                  <a:cubicBezTo>
                    <a:pt x="650" y="741"/>
                    <a:pt x="651" y="737"/>
                    <a:pt x="648" y="737"/>
                  </a:cubicBezTo>
                  <a:cubicBezTo>
                    <a:pt x="648" y="737"/>
                    <a:pt x="645" y="736"/>
                    <a:pt x="648" y="735"/>
                  </a:cubicBezTo>
                  <a:cubicBezTo>
                    <a:pt x="648" y="735"/>
                    <a:pt x="651" y="735"/>
                    <a:pt x="655" y="736"/>
                  </a:cubicBezTo>
                  <a:cubicBezTo>
                    <a:pt x="655" y="736"/>
                    <a:pt x="655" y="737"/>
                    <a:pt x="657" y="735"/>
                  </a:cubicBezTo>
                  <a:cubicBezTo>
                    <a:pt x="657" y="735"/>
                    <a:pt x="666" y="732"/>
                    <a:pt x="667" y="737"/>
                  </a:cubicBezTo>
                  <a:cubicBezTo>
                    <a:pt x="667" y="737"/>
                    <a:pt x="667" y="742"/>
                    <a:pt x="668" y="744"/>
                  </a:cubicBezTo>
                  <a:cubicBezTo>
                    <a:pt x="668" y="744"/>
                    <a:pt x="669" y="746"/>
                    <a:pt x="668" y="747"/>
                  </a:cubicBezTo>
                  <a:cubicBezTo>
                    <a:pt x="668" y="747"/>
                    <a:pt x="668" y="748"/>
                    <a:pt x="669" y="750"/>
                  </a:cubicBezTo>
                  <a:cubicBezTo>
                    <a:pt x="669" y="750"/>
                    <a:pt x="670" y="751"/>
                    <a:pt x="669" y="751"/>
                  </a:cubicBezTo>
                  <a:cubicBezTo>
                    <a:pt x="669" y="751"/>
                    <a:pt x="669" y="753"/>
                    <a:pt x="670" y="755"/>
                  </a:cubicBezTo>
                  <a:cubicBezTo>
                    <a:pt x="670" y="755"/>
                    <a:pt x="668" y="758"/>
                    <a:pt x="670" y="756"/>
                  </a:cubicBezTo>
                  <a:cubicBezTo>
                    <a:pt x="670" y="756"/>
                    <a:pt x="675" y="749"/>
                    <a:pt x="678" y="746"/>
                  </a:cubicBezTo>
                  <a:cubicBezTo>
                    <a:pt x="678" y="746"/>
                    <a:pt x="679" y="744"/>
                    <a:pt x="677" y="744"/>
                  </a:cubicBezTo>
                  <a:cubicBezTo>
                    <a:pt x="677" y="744"/>
                    <a:pt x="673" y="743"/>
                    <a:pt x="671" y="742"/>
                  </a:cubicBezTo>
                  <a:cubicBezTo>
                    <a:pt x="671" y="742"/>
                    <a:pt x="669" y="741"/>
                    <a:pt x="671" y="741"/>
                  </a:cubicBezTo>
                  <a:cubicBezTo>
                    <a:pt x="671" y="741"/>
                    <a:pt x="673" y="741"/>
                    <a:pt x="673" y="740"/>
                  </a:cubicBezTo>
                  <a:cubicBezTo>
                    <a:pt x="673" y="740"/>
                    <a:pt x="672" y="739"/>
                    <a:pt x="674" y="739"/>
                  </a:cubicBezTo>
                  <a:cubicBezTo>
                    <a:pt x="674" y="739"/>
                    <a:pt x="676" y="739"/>
                    <a:pt x="675" y="737"/>
                  </a:cubicBezTo>
                  <a:cubicBezTo>
                    <a:pt x="675" y="737"/>
                    <a:pt x="674" y="734"/>
                    <a:pt x="673" y="735"/>
                  </a:cubicBezTo>
                  <a:cubicBezTo>
                    <a:pt x="673" y="735"/>
                    <a:pt x="670" y="735"/>
                    <a:pt x="668" y="733"/>
                  </a:cubicBezTo>
                  <a:cubicBezTo>
                    <a:pt x="668" y="733"/>
                    <a:pt x="666" y="732"/>
                    <a:pt x="667" y="732"/>
                  </a:cubicBezTo>
                  <a:cubicBezTo>
                    <a:pt x="667" y="732"/>
                    <a:pt x="666" y="730"/>
                    <a:pt x="668" y="731"/>
                  </a:cubicBezTo>
                  <a:cubicBezTo>
                    <a:pt x="668" y="731"/>
                    <a:pt x="672" y="733"/>
                    <a:pt x="671" y="731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8" y="726"/>
                    <a:pt x="665" y="728"/>
                  </a:cubicBezTo>
                  <a:cubicBezTo>
                    <a:pt x="665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2" y="725"/>
                    <a:pt x="664" y="723"/>
                  </a:cubicBezTo>
                  <a:cubicBezTo>
                    <a:pt x="664" y="723"/>
                    <a:pt x="665" y="723"/>
                    <a:pt x="664" y="722"/>
                  </a:cubicBezTo>
                  <a:cubicBezTo>
                    <a:pt x="664" y="722"/>
                    <a:pt x="665" y="721"/>
                    <a:pt x="667" y="720"/>
                  </a:cubicBezTo>
                  <a:cubicBezTo>
                    <a:pt x="667" y="720"/>
                    <a:pt x="675" y="717"/>
                    <a:pt x="676" y="722"/>
                  </a:cubicBezTo>
                  <a:cubicBezTo>
                    <a:pt x="676" y="722"/>
                    <a:pt x="677" y="724"/>
                    <a:pt x="676" y="725"/>
                  </a:cubicBezTo>
                  <a:cubicBezTo>
                    <a:pt x="676" y="725"/>
                    <a:pt x="676" y="725"/>
                    <a:pt x="677" y="729"/>
                  </a:cubicBezTo>
                  <a:cubicBezTo>
                    <a:pt x="677" y="729"/>
                    <a:pt x="676" y="731"/>
                    <a:pt x="678" y="732"/>
                  </a:cubicBezTo>
                  <a:cubicBezTo>
                    <a:pt x="678" y="732"/>
                    <a:pt x="680" y="735"/>
                    <a:pt x="680" y="737"/>
                  </a:cubicBezTo>
                  <a:cubicBezTo>
                    <a:pt x="680" y="737"/>
                    <a:pt x="682" y="739"/>
                    <a:pt x="682" y="740"/>
                  </a:cubicBezTo>
                  <a:cubicBezTo>
                    <a:pt x="682" y="740"/>
                    <a:pt x="682" y="742"/>
                    <a:pt x="683" y="741"/>
                  </a:cubicBezTo>
                  <a:cubicBezTo>
                    <a:pt x="683" y="741"/>
                    <a:pt x="691" y="731"/>
                    <a:pt x="697" y="734"/>
                  </a:cubicBezTo>
                  <a:cubicBezTo>
                    <a:pt x="697" y="734"/>
                    <a:pt x="700" y="733"/>
                    <a:pt x="697" y="739"/>
                  </a:cubicBezTo>
                  <a:cubicBezTo>
                    <a:pt x="697" y="739"/>
                    <a:pt x="695" y="740"/>
                    <a:pt x="694" y="741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8" y="742"/>
                  </a:cubicBezTo>
                  <a:cubicBezTo>
                    <a:pt x="688" y="742"/>
                    <a:pt x="691" y="740"/>
                    <a:pt x="691" y="738"/>
                  </a:cubicBezTo>
                  <a:cubicBezTo>
                    <a:pt x="691" y="738"/>
                    <a:pt x="692" y="736"/>
                    <a:pt x="690" y="738"/>
                  </a:cubicBezTo>
                  <a:cubicBezTo>
                    <a:pt x="690" y="738"/>
                    <a:pt x="687" y="742"/>
                    <a:pt x="685" y="742"/>
                  </a:cubicBezTo>
                  <a:cubicBezTo>
                    <a:pt x="685" y="742"/>
                    <a:pt x="683" y="744"/>
                    <a:pt x="684" y="746"/>
                  </a:cubicBezTo>
                  <a:cubicBezTo>
                    <a:pt x="684" y="746"/>
                    <a:pt x="685" y="746"/>
                    <a:pt x="684" y="747"/>
                  </a:cubicBezTo>
                  <a:cubicBezTo>
                    <a:pt x="684" y="747"/>
                    <a:pt x="684" y="747"/>
                    <a:pt x="685" y="748"/>
                  </a:cubicBezTo>
                  <a:cubicBezTo>
                    <a:pt x="685" y="748"/>
                    <a:pt x="687" y="751"/>
                    <a:pt x="683" y="751"/>
                  </a:cubicBezTo>
                  <a:cubicBezTo>
                    <a:pt x="683" y="751"/>
                    <a:pt x="680" y="751"/>
                    <a:pt x="679" y="750"/>
                  </a:cubicBezTo>
                  <a:cubicBezTo>
                    <a:pt x="679" y="750"/>
                    <a:pt x="679" y="747"/>
                    <a:pt x="677" y="750"/>
                  </a:cubicBezTo>
                  <a:cubicBezTo>
                    <a:pt x="677" y="750"/>
                    <a:pt x="674" y="755"/>
                    <a:pt x="672" y="757"/>
                  </a:cubicBezTo>
                  <a:cubicBezTo>
                    <a:pt x="672" y="757"/>
                    <a:pt x="667" y="762"/>
                    <a:pt x="668" y="764"/>
                  </a:cubicBezTo>
                  <a:cubicBezTo>
                    <a:pt x="668" y="764"/>
                    <a:pt x="671" y="765"/>
                    <a:pt x="669" y="766"/>
                  </a:cubicBezTo>
                  <a:cubicBezTo>
                    <a:pt x="669" y="766"/>
                    <a:pt x="668" y="766"/>
                    <a:pt x="667" y="765"/>
                  </a:cubicBezTo>
                  <a:cubicBezTo>
                    <a:pt x="667" y="765"/>
                    <a:pt x="666" y="765"/>
                    <a:pt x="665" y="767"/>
                  </a:cubicBezTo>
                  <a:cubicBezTo>
                    <a:pt x="665" y="767"/>
                    <a:pt x="662" y="770"/>
                    <a:pt x="665" y="771"/>
                  </a:cubicBezTo>
                  <a:cubicBezTo>
                    <a:pt x="665" y="771"/>
                    <a:pt x="665" y="771"/>
                    <a:pt x="666" y="772"/>
                  </a:cubicBezTo>
                  <a:cubicBezTo>
                    <a:pt x="666" y="772"/>
                    <a:pt x="668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5" y="797"/>
                    <a:pt x="705" y="800"/>
                  </a:cubicBezTo>
                  <a:cubicBezTo>
                    <a:pt x="705" y="800"/>
                    <a:pt x="705" y="800"/>
                    <a:pt x="704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2" y="809"/>
                    <a:pt x="692" y="808"/>
                  </a:cubicBezTo>
                  <a:cubicBezTo>
                    <a:pt x="692" y="808"/>
                    <a:pt x="692" y="808"/>
                    <a:pt x="691" y="809"/>
                  </a:cubicBezTo>
                  <a:cubicBezTo>
                    <a:pt x="691" y="809"/>
                    <a:pt x="690" y="808"/>
                    <a:pt x="689" y="809"/>
                  </a:cubicBezTo>
                  <a:cubicBezTo>
                    <a:pt x="683" y="810"/>
                    <a:pt x="683" y="810"/>
                    <a:pt x="683" y="810"/>
                  </a:cubicBezTo>
                  <a:cubicBezTo>
                    <a:pt x="683" y="810"/>
                    <a:pt x="681" y="811"/>
                    <a:pt x="684" y="809"/>
                  </a:cubicBezTo>
                  <a:cubicBezTo>
                    <a:pt x="684" y="809"/>
                    <a:pt x="691" y="807"/>
                    <a:pt x="688" y="807"/>
                  </a:cubicBezTo>
                  <a:cubicBezTo>
                    <a:pt x="688" y="807"/>
                    <a:pt x="685" y="807"/>
                    <a:pt x="687" y="806"/>
                  </a:cubicBezTo>
                  <a:cubicBezTo>
                    <a:pt x="687" y="806"/>
                    <a:pt x="694" y="801"/>
                    <a:pt x="697" y="796"/>
                  </a:cubicBezTo>
                  <a:cubicBezTo>
                    <a:pt x="697" y="796"/>
                    <a:pt x="703" y="786"/>
                    <a:pt x="695" y="779"/>
                  </a:cubicBezTo>
                  <a:cubicBezTo>
                    <a:pt x="695" y="779"/>
                    <a:pt x="691" y="780"/>
                    <a:pt x="687" y="784"/>
                  </a:cubicBezTo>
                  <a:cubicBezTo>
                    <a:pt x="687" y="784"/>
                    <a:pt x="685" y="790"/>
                    <a:pt x="683" y="790"/>
                  </a:cubicBezTo>
                  <a:cubicBezTo>
                    <a:pt x="683" y="790"/>
                    <a:pt x="677" y="790"/>
                    <a:pt x="675" y="787"/>
                  </a:cubicBezTo>
                  <a:cubicBezTo>
                    <a:pt x="675" y="787"/>
                    <a:pt x="672" y="786"/>
                    <a:pt x="674" y="786"/>
                  </a:cubicBezTo>
                  <a:cubicBezTo>
                    <a:pt x="674" y="786"/>
                    <a:pt x="675" y="787"/>
                    <a:pt x="677" y="784"/>
                  </a:cubicBezTo>
                  <a:cubicBezTo>
                    <a:pt x="677" y="784"/>
                    <a:pt x="680" y="783"/>
                    <a:pt x="680" y="782"/>
                  </a:cubicBezTo>
                  <a:cubicBezTo>
                    <a:pt x="680" y="782"/>
                    <a:pt x="682" y="779"/>
                    <a:pt x="685" y="777"/>
                  </a:cubicBezTo>
                  <a:cubicBezTo>
                    <a:pt x="685" y="777"/>
                    <a:pt x="687" y="775"/>
                    <a:pt x="688" y="774"/>
                  </a:cubicBezTo>
                  <a:cubicBezTo>
                    <a:pt x="688" y="774"/>
                    <a:pt x="688" y="772"/>
                    <a:pt x="686" y="772"/>
                  </a:cubicBezTo>
                  <a:cubicBezTo>
                    <a:pt x="686" y="772"/>
                    <a:pt x="682" y="777"/>
                    <a:pt x="679" y="769"/>
                  </a:cubicBezTo>
                  <a:cubicBezTo>
                    <a:pt x="679" y="769"/>
                    <a:pt x="679" y="761"/>
                    <a:pt x="677" y="764"/>
                  </a:cubicBezTo>
                  <a:cubicBezTo>
                    <a:pt x="677" y="764"/>
                    <a:pt x="676" y="769"/>
                    <a:pt x="672" y="770"/>
                  </a:cubicBezTo>
                  <a:cubicBezTo>
                    <a:pt x="672" y="770"/>
                    <a:pt x="670" y="771"/>
                    <a:pt x="668" y="770"/>
                  </a:cubicBezTo>
                  <a:cubicBezTo>
                    <a:pt x="668" y="770"/>
                    <a:pt x="666" y="769"/>
                    <a:pt x="668" y="769"/>
                  </a:cubicBezTo>
                  <a:cubicBezTo>
                    <a:pt x="668" y="769"/>
                    <a:pt x="671" y="768"/>
                    <a:pt x="673" y="764"/>
                  </a:cubicBezTo>
                  <a:cubicBezTo>
                    <a:pt x="673" y="764"/>
                    <a:pt x="676" y="761"/>
                    <a:pt x="675" y="759"/>
                  </a:cubicBezTo>
                  <a:cubicBezTo>
                    <a:pt x="675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7" y="755"/>
                  </a:cubicBezTo>
                  <a:cubicBezTo>
                    <a:pt x="687" y="755"/>
                    <a:pt x="689" y="757"/>
                    <a:pt x="687" y="760"/>
                  </a:cubicBezTo>
                  <a:cubicBezTo>
                    <a:pt x="687" y="760"/>
                    <a:pt x="686" y="763"/>
                    <a:pt x="689" y="765"/>
                  </a:cubicBezTo>
                  <a:cubicBezTo>
                    <a:pt x="689" y="765"/>
                    <a:pt x="693" y="768"/>
                    <a:pt x="694" y="766"/>
                  </a:cubicBezTo>
                  <a:cubicBezTo>
                    <a:pt x="694" y="766"/>
                    <a:pt x="699" y="762"/>
                    <a:pt x="701" y="763"/>
                  </a:cubicBezTo>
                  <a:cubicBezTo>
                    <a:pt x="701" y="763"/>
                    <a:pt x="705" y="764"/>
                    <a:pt x="705" y="766"/>
                  </a:cubicBezTo>
                  <a:cubicBezTo>
                    <a:pt x="705" y="766"/>
                    <a:pt x="704" y="768"/>
                    <a:pt x="703" y="769"/>
                  </a:cubicBezTo>
                  <a:cubicBezTo>
                    <a:pt x="703" y="769"/>
                    <a:pt x="703" y="770"/>
                    <a:pt x="702" y="771"/>
                  </a:cubicBezTo>
                  <a:cubicBezTo>
                    <a:pt x="702" y="771"/>
                    <a:pt x="699" y="772"/>
                    <a:pt x="701" y="775"/>
                  </a:cubicBezTo>
                  <a:cubicBezTo>
                    <a:pt x="706" y="782"/>
                    <a:pt x="706" y="782"/>
                    <a:pt x="706" y="782"/>
                  </a:cubicBezTo>
                  <a:cubicBezTo>
                    <a:pt x="706" y="782"/>
                    <a:pt x="708" y="789"/>
                    <a:pt x="707" y="793"/>
                  </a:cubicBezTo>
                  <a:cubicBezTo>
                    <a:pt x="707" y="794"/>
                    <a:pt x="706" y="796"/>
                    <a:pt x="706" y="796"/>
                  </a:cubicBezTo>
                  <a:close/>
                  <a:moveTo>
                    <a:pt x="451" y="788"/>
                  </a:moveTo>
                  <a:cubicBezTo>
                    <a:pt x="267" y="788"/>
                    <a:pt x="118" y="639"/>
                    <a:pt x="118" y="455"/>
                  </a:cubicBezTo>
                  <a:cubicBezTo>
                    <a:pt x="118" y="271"/>
                    <a:pt x="267" y="121"/>
                    <a:pt x="451" y="121"/>
                  </a:cubicBezTo>
                  <a:cubicBezTo>
                    <a:pt x="635" y="121"/>
                    <a:pt x="784" y="271"/>
                    <a:pt x="784" y="455"/>
                  </a:cubicBezTo>
                  <a:cubicBezTo>
                    <a:pt x="784" y="639"/>
                    <a:pt x="635" y="788"/>
                    <a:pt x="451" y="788"/>
                  </a:cubicBezTo>
                  <a:close/>
                  <a:moveTo>
                    <a:pt x="778" y="318"/>
                  </a:moveTo>
                  <a:cubicBezTo>
                    <a:pt x="775" y="310"/>
                    <a:pt x="775" y="303"/>
                    <a:pt x="777" y="296"/>
                  </a:cubicBezTo>
                  <a:cubicBezTo>
                    <a:pt x="779" y="290"/>
                    <a:pt x="784" y="285"/>
                    <a:pt x="792" y="282"/>
                  </a:cubicBezTo>
                  <a:cubicBezTo>
                    <a:pt x="797" y="280"/>
                    <a:pt x="801" y="279"/>
                    <a:pt x="805" y="279"/>
                  </a:cubicBezTo>
                  <a:cubicBezTo>
                    <a:pt x="808" y="280"/>
                    <a:pt x="811" y="280"/>
                    <a:pt x="814" y="282"/>
                  </a:cubicBezTo>
                  <a:cubicBezTo>
                    <a:pt x="817" y="283"/>
                    <a:pt x="819" y="285"/>
                    <a:pt x="821" y="287"/>
                  </a:cubicBezTo>
                  <a:cubicBezTo>
                    <a:pt x="824" y="289"/>
                    <a:pt x="826" y="293"/>
                    <a:pt x="828" y="297"/>
                  </a:cubicBezTo>
                  <a:cubicBezTo>
                    <a:pt x="831" y="305"/>
                    <a:pt x="831" y="312"/>
                    <a:pt x="829" y="318"/>
                  </a:cubicBezTo>
                  <a:cubicBezTo>
                    <a:pt x="826" y="325"/>
                    <a:pt x="821" y="330"/>
                    <a:pt x="813" y="333"/>
                  </a:cubicBezTo>
                  <a:cubicBezTo>
                    <a:pt x="806" y="336"/>
                    <a:pt x="799" y="336"/>
                    <a:pt x="792" y="334"/>
                  </a:cubicBezTo>
                  <a:cubicBezTo>
                    <a:pt x="786" y="331"/>
                    <a:pt x="781" y="325"/>
                    <a:pt x="778" y="318"/>
                  </a:cubicBezTo>
                  <a:close/>
                  <a:moveTo>
                    <a:pt x="841" y="337"/>
                  </a:moveTo>
                  <a:cubicBezTo>
                    <a:pt x="843" y="348"/>
                    <a:pt x="843" y="348"/>
                    <a:pt x="843" y="348"/>
                  </a:cubicBezTo>
                  <a:cubicBezTo>
                    <a:pt x="802" y="358"/>
                    <a:pt x="802" y="358"/>
                    <a:pt x="802" y="358"/>
                  </a:cubicBezTo>
                  <a:cubicBezTo>
                    <a:pt x="809" y="386"/>
                    <a:pt x="809" y="386"/>
                    <a:pt x="809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1" y="349"/>
                    <a:pt x="791" y="349"/>
                    <a:pt x="791" y="349"/>
                  </a:cubicBezTo>
                  <a:lnTo>
                    <a:pt x="841" y="337"/>
                  </a:lnTo>
                  <a:close/>
                  <a:moveTo>
                    <a:pt x="851" y="525"/>
                  </a:moveTo>
                  <a:cubicBezTo>
                    <a:pt x="815" y="528"/>
                    <a:pt x="815" y="528"/>
                    <a:pt x="815" y="528"/>
                  </a:cubicBezTo>
                  <a:cubicBezTo>
                    <a:pt x="847" y="545"/>
                    <a:pt x="847" y="545"/>
                    <a:pt x="847" y="545"/>
                  </a:cubicBezTo>
                  <a:cubicBezTo>
                    <a:pt x="844" y="562"/>
                    <a:pt x="844" y="562"/>
                    <a:pt x="844" y="562"/>
                  </a:cubicBezTo>
                  <a:cubicBezTo>
                    <a:pt x="793" y="552"/>
                    <a:pt x="793" y="552"/>
                    <a:pt x="793" y="552"/>
                  </a:cubicBezTo>
                  <a:cubicBezTo>
                    <a:pt x="795" y="541"/>
                    <a:pt x="795" y="541"/>
                    <a:pt x="795" y="541"/>
                  </a:cubicBezTo>
                  <a:cubicBezTo>
                    <a:pt x="835" y="549"/>
                    <a:pt x="835" y="549"/>
                    <a:pt x="835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0" y="519"/>
                    <a:pt x="800" y="519"/>
                    <a:pt x="800" y="519"/>
                  </a:cubicBezTo>
                  <a:cubicBezTo>
                    <a:pt x="842" y="517"/>
                    <a:pt x="842" y="517"/>
                    <a:pt x="842" y="517"/>
                  </a:cubicBezTo>
                  <a:cubicBezTo>
                    <a:pt x="802" y="508"/>
                    <a:pt x="802" y="508"/>
                    <a:pt x="802" y="508"/>
                  </a:cubicBezTo>
                  <a:cubicBezTo>
                    <a:pt x="804" y="498"/>
                    <a:pt x="804" y="498"/>
                    <a:pt x="804" y="498"/>
                  </a:cubicBezTo>
                  <a:cubicBezTo>
                    <a:pt x="855" y="508"/>
                    <a:pt x="855" y="508"/>
                    <a:pt x="855" y="508"/>
                  </a:cubicBezTo>
                  <a:lnTo>
                    <a:pt x="851" y="525"/>
                  </a:lnTo>
                  <a:close/>
                  <a:moveTo>
                    <a:pt x="815" y="474"/>
                  </a:moveTo>
                  <a:cubicBezTo>
                    <a:pt x="816" y="476"/>
                    <a:pt x="818" y="477"/>
                    <a:pt x="819" y="478"/>
                  </a:cubicBezTo>
                  <a:cubicBezTo>
                    <a:pt x="821" y="478"/>
                    <a:pt x="824" y="478"/>
                    <a:pt x="828" y="478"/>
                  </a:cubicBezTo>
                  <a:cubicBezTo>
                    <a:pt x="857" y="479"/>
                    <a:pt x="857" y="479"/>
                    <a:pt x="857" y="479"/>
                  </a:cubicBezTo>
                  <a:cubicBezTo>
                    <a:pt x="856" y="491"/>
                    <a:pt x="856" y="491"/>
                    <a:pt x="856" y="491"/>
                  </a:cubicBezTo>
                  <a:cubicBezTo>
                    <a:pt x="829" y="490"/>
                    <a:pt x="829" y="490"/>
                    <a:pt x="829" y="490"/>
                  </a:cubicBezTo>
                  <a:cubicBezTo>
                    <a:pt x="823" y="490"/>
                    <a:pt x="819" y="489"/>
                    <a:pt x="816" y="489"/>
                  </a:cubicBezTo>
                  <a:cubicBezTo>
                    <a:pt x="814" y="488"/>
                    <a:pt x="812" y="487"/>
                    <a:pt x="810" y="485"/>
                  </a:cubicBezTo>
                  <a:cubicBezTo>
                    <a:pt x="808" y="483"/>
                    <a:pt x="807" y="481"/>
                    <a:pt x="806" y="478"/>
                  </a:cubicBezTo>
                  <a:cubicBezTo>
                    <a:pt x="805" y="475"/>
                    <a:pt x="805" y="472"/>
                    <a:pt x="805" y="467"/>
                  </a:cubicBezTo>
                  <a:cubicBezTo>
                    <a:pt x="805" y="462"/>
                    <a:pt x="806" y="458"/>
                    <a:pt x="807" y="455"/>
                  </a:cubicBezTo>
                  <a:cubicBezTo>
                    <a:pt x="808" y="452"/>
                    <a:pt x="810" y="450"/>
                    <a:pt x="812" y="448"/>
                  </a:cubicBezTo>
                  <a:cubicBezTo>
                    <a:pt x="813" y="447"/>
                    <a:pt x="815" y="446"/>
                    <a:pt x="817" y="445"/>
                  </a:cubicBezTo>
                  <a:cubicBezTo>
                    <a:pt x="820" y="445"/>
                    <a:pt x="825" y="444"/>
                    <a:pt x="831" y="445"/>
                  </a:cubicBezTo>
                  <a:cubicBezTo>
                    <a:pt x="858" y="446"/>
                    <a:pt x="858" y="446"/>
                    <a:pt x="858" y="446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5" y="456"/>
                    <a:pt x="822" y="456"/>
                    <a:pt x="821" y="456"/>
                  </a:cubicBezTo>
                  <a:cubicBezTo>
                    <a:pt x="819" y="457"/>
                    <a:pt x="817" y="458"/>
                    <a:pt x="816" y="459"/>
                  </a:cubicBezTo>
                  <a:cubicBezTo>
                    <a:pt x="814" y="461"/>
                    <a:pt x="814" y="464"/>
                    <a:pt x="813" y="467"/>
                  </a:cubicBezTo>
                  <a:cubicBezTo>
                    <a:pt x="813" y="470"/>
                    <a:pt x="814" y="473"/>
                    <a:pt x="815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6" name="Freeform 85">
              <a:extLst>
                <a:ext uri="{FF2B5EF4-FFF2-40B4-BE49-F238E27FC236}">
                  <a16:creationId xmlns:a16="http://schemas.microsoft.com/office/drawing/2014/main" id="{5E31012F-4F5B-A548-ADFC-863DCD432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749"/>
              <a:ext cx="42" cy="40"/>
            </a:xfrm>
            <a:custGeom>
              <a:avLst/>
              <a:gdLst>
                <a:gd name="T0" fmla="*/ 13 w 22"/>
                <a:gd name="T1" fmla="*/ 20 h 21"/>
                <a:gd name="T2" fmla="*/ 18 w 22"/>
                <a:gd name="T3" fmla="*/ 20 h 21"/>
                <a:gd name="T4" fmla="*/ 21 w 22"/>
                <a:gd name="T5" fmla="*/ 18 h 21"/>
                <a:gd name="T6" fmla="*/ 22 w 22"/>
                <a:gd name="T7" fmla="*/ 13 h 21"/>
                <a:gd name="T8" fmla="*/ 20 w 22"/>
                <a:gd name="T9" fmla="*/ 8 h 21"/>
                <a:gd name="T10" fmla="*/ 13 w 22"/>
                <a:gd name="T11" fmla="*/ 3 h 21"/>
                <a:gd name="T12" fmla="*/ 9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5" y="21"/>
                    <a:pt x="16" y="21"/>
                    <a:pt x="18" y="20"/>
                  </a:cubicBezTo>
                  <a:cubicBezTo>
                    <a:pt x="19" y="20"/>
                    <a:pt x="20" y="19"/>
                    <a:pt x="21" y="18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10"/>
                    <a:pt x="20" y="8"/>
                  </a:cubicBezTo>
                  <a:cubicBezTo>
                    <a:pt x="19" y="7"/>
                    <a:pt x="16" y="6"/>
                    <a:pt x="13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2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7" name="Freeform 86">
              <a:extLst>
                <a:ext uri="{FF2B5EF4-FFF2-40B4-BE49-F238E27FC236}">
                  <a16:creationId xmlns:a16="http://schemas.microsoft.com/office/drawing/2014/main" id="{AD96030C-034C-6747-8FE1-E826648D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110"/>
              <a:ext cx="35" cy="54"/>
            </a:xfrm>
            <a:custGeom>
              <a:avLst/>
              <a:gdLst>
                <a:gd name="T0" fmla="*/ 4 w 18"/>
                <a:gd name="T1" fmla="*/ 3 h 28"/>
                <a:gd name="T2" fmla="*/ 6 w 18"/>
                <a:gd name="T3" fmla="*/ 6 h 28"/>
                <a:gd name="T4" fmla="*/ 7 w 18"/>
                <a:gd name="T5" fmla="*/ 9 h 28"/>
                <a:gd name="T6" fmla="*/ 7 w 18"/>
                <a:gd name="T7" fmla="*/ 12 h 28"/>
                <a:gd name="T8" fmla="*/ 6 w 18"/>
                <a:gd name="T9" fmla="*/ 13 h 28"/>
                <a:gd name="T10" fmla="*/ 3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10 w 18"/>
                <a:gd name="T17" fmla="*/ 21 h 28"/>
                <a:gd name="T18" fmla="*/ 11 w 18"/>
                <a:gd name="T19" fmla="*/ 19 h 28"/>
                <a:gd name="T20" fmla="*/ 15 w 18"/>
                <a:gd name="T21" fmla="*/ 13 h 28"/>
                <a:gd name="T22" fmla="*/ 18 w 18"/>
                <a:gd name="T23" fmla="*/ 7 h 28"/>
                <a:gd name="T24" fmla="*/ 18 w 18"/>
                <a:gd name="T25" fmla="*/ 4 h 28"/>
                <a:gd name="T26" fmla="*/ 12 w 18"/>
                <a:gd name="T27" fmla="*/ 1 h 28"/>
                <a:gd name="T28" fmla="*/ 8 w 18"/>
                <a:gd name="T29" fmla="*/ 0 h 28"/>
                <a:gd name="T30" fmla="*/ 4 w 18"/>
                <a:gd name="T31" fmla="*/ 0 h 28"/>
                <a:gd name="T32" fmla="*/ 4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4" y="3"/>
                  </a:moveTo>
                  <a:cubicBezTo>
                    <a:pt x="4" y="4"/>
                    <a:pt x="6" y="6"/>
                    <a:pt x="6" y="6"/>
                  </a:cubicBezTo>
                  <a:cubicBezTo>
                    <a:pt x="6" y="8"/>
                    <a:pt x="7" y="9"/>
                    <a:pt x="7" y="9"/>
                  </a:cubicBezTo>
                  <a:cubicBezTo>
                    <a:pt x="8" y="10"/>
                    <a:pt x="7" y="12"/>
                    <a:pt x="7" y="12"/>
                  </a:cubicBezTo>
                  <a:cubicBezTo>
                    <a:pt x="7" y="12"/>
                    <a:pt x="6" y="13"/>
                    <a:pt x="6" y="13"/>
                  </a:cubicBezTo>
                  <a:cubicBezTo>
                    <a:pt x="6" y="16"/>
                    <a:pt x="3" y="19"/>
                    <a:pt x="3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9" y="21"/>
                    <a:pt x="10" y="21"/>
                    <a:pt x="10" y="21"/>
                  </a:cubicBezTo>
                  <a:cubicBezTo>
                    <a:pt x="10" y="20"/>
                    <a:pt x="10" y="20"/>
                    <a:pt x="11" y="19"/>
                  </a:cubicBezTo>
                  <a:cubicBezTo>
                    <a:pt x="12" y="16"/>
                    <a:pt x="15" y="13"/>
                    <a:pt x="15" y="13"/>
                  </a:cubicBezTo>
                  <a:cubicBezTo>
                    <a:pt x="15" y="12"/>
                    <a:pt x="18" y="7"/>
                    <a:pt x="18" y="7"/>
                  </a:cubicBezTo>
                  <a:cubicBezTo>
                    <a:pt x="18" y="6"/>
                    <a:pt x="18" y="4"/>
                    <a:pt x="18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2" y="1"/>
                    <a:pt x="10" y="1"/>
                    <a:pt x="8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4" y="3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  <p:sp>
          <p:nvSpPr>
            <p:cNvPr id="28" name="Freeform 87">
              <a:extLst>
                <a:ext uri="{FF2B5EF4-FFF2-40B4-BE49-F238E27FC236}">
                  <a16:creationId xmlns:a16="http://schemas.microsoft.com/office/drawing/2014/main" id="{CF6F77EF-C3DF-5D49-A4C4-1FDED886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076"/>
              <a:ext cx="68" cy="67"/>
            </a:xfrm>
            <a:custGeom>
              <a:avLst/>
              <a:gdLst>
                <a:gd name="T0" fmla="*/ 24 w 36"/>
                <a:gd name="T1" fmla="*/ 32 h 35"/>
                <a:gd name="T2" fmla="*/ 35 w 36"/>
                <a:gd name="T3" fmla="*/ 23 h 35"/>
                <a:gd name="T4" fmla="*/ 35 w 36"/>
                <a:gd name="T5" fmla="*/ 11 h 35"/>
                <a:gd name="T6" fmla="*/ 26 w 36"/>
                <a:gd name="T7" fmla="*/ 2 h 35"/>
                <a:gd name="T8" fmla="*/ 12 w 36"/>
                <a:gd name="T9" fmla="*/ 3 h 35"/>
                <a:gd name="T10" fmla="*/ 1 w 36"/>
                <a:gd name="T11" fmla="*/ 12 h 35"/>
                <a:gd name="T12" fmla="*/ 1 w 36"/>
                <a:gd name="T13" fmla="*/ 24 h 35"/>
                <a:gd name="T14" fmla="*/ 10 w 36"/>
                <a:gd name="T15" fmla="*/ 33 h 35"/>
                <a:gd name="T16" fmla="*/ 24 w 36"/>
                <a:gd name="T17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35">
                  <a:moveTo>
                    <a:pt x="24" y="32"/>
                  </a:moveTo>
                  <a:cubicBezTo>
                    <a:pt x="30" y="30"/>
                    <a:pt x="33" y="27"/>
                    <a:pt x="35" y="23"/>
                  </a:cubicBezTo>
                  <a:cubicBezTo>
                    <a:pt x="36" y="19"/>
                    <a:pt x="36" y="15"/>
                    <a:pt x="35" y="11"/>
                  </a:cubicBezTo>
                  <a:cubicBezTo>
                    <a:pt x="33" y="6"/>
                    <a:pt x="30" y="3"/>
                    <a:pt x="26" y="2"/>
                  </a:cubicBezTo>
                  <a:cubicBezTo>
                    <a:pt x="22" y="0"/>
                    <a:pt x="17" y="1"/>
                    <a:pt x="12" y="3"/>
                  </a:cubicBezTo>
                  <a:cubicBezTo>
                    <a:pt x="7" y="5"/>
                    <a:pt x="3" y="8"/>
                    <a:pt x="1" y="12"/>
                  </a:cubicBezTo>
                  <a:cubicBezTo>
                    <a:pt x="0" y="16"/>
                    <a:pt x="0" y="20"/>
                    <a:pt x="1" y="24"/>
                  </a:cubicBezTo>
                  <a:cubicBezTo>
                    <a:pt x="3" y="29"/>
                    <a:pt x="6" y="31"/>
                    <a:pt x="10" y="33"/>
                  </a:cubicBezTo>
                  <a:cubicBezTo>
                    <a:pt x="14" y="35"/>
                    <a:pt x="18" y="34"/>
                    <a:pt x="2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latin typeface="Microsoft YaHei Regular"/>
              </a:endParaRPr>
            </a:p>
          </p:txBody>
        </p:sp>
      </p:grp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33E7A277-EBBA-2841-8783-602CE4E573ED}"/>
              </a:ext>
            </a:extLst>
          </p:cNvPr>
          <p:cNvCxnSpPr>
            <a:cxnSpLocks/>
          </p:cNvCxnSpPr>
          <p:nvPr userDrawn="1"/>
        </p:nvCxnSpPr>
        <p:spPr>
          <a:xfrm flipH="1">
            <a:off x="3839623" y="-71021"/>
            <a:ext cx="1759349" cy="7022237"/>
          </a:xfrm>
          <a:prstGeom prst="line">
            <a:avLst/>
          </a:prstGeom>
          <a:ln w="101600">
            <a:gradFill>
              <a:gsLst>
                <a:gs pos="5000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4">
            <a:extLst>
              <a:ext uri="{FF2B5EF4-FFF2-40B4-BE49-F238E27FC236}">
                <a16:creationId xmlns:a16="http://schemas.microsoft.com/office/drawing/2014/main" id="{B6FDB980-E13F-C14B-9B0A-BF61DB68B90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66317" y="1979026"/>
            <a:ext cx="2316419" cy="557143"/>
            <a:chOff x="2838" y="1917"/>
            <a:chExt cx="2004" cy="482"/>
          </a:xfrm>
          <a:solidFill>
            <a:schemeClr val="bg1"/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30B1DC69-35C3-2B48-9AA2-141FDE379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1952"/>
              <a:ext cx="191" cy="302"/>
            </a:xfrm>
            <a:custGeom>
              <a:avLst/>
              <a:gdLst>
                <a:gd name="T0" fmla="*/ 97 w 100"/>
                <a:gd name="T1" fmla="*/ 25 h 156"/>
                <a:gd name="T2" fmla="*/ 98 w 100"/>
                <a:gd name="T3" fmla="*/ 138 h 156"/>
                <a:gd name="T4" fmla="*/ 85 w 100"/>
                <a:gd name="T5" fmla="*/ 153 h 156"/>
                <a:gd name="T6" fmla="*/ 49 w 100"/>
                <a:gd name="T7" fmla="*/ 117 h 156"/>
                <a:gd name="T8" fmla="*/ 57 w 100"/>
                <a:gd name="T9" fmla="*/ 123 h 156"/>
                <a:gd name="T10" fmla="*/ 57 w 100"/>
                <a:gd name="T11" fmla="*/ 119 h 156"/>
                <a:gd name="T12" fmla="*/ 77 w 100"/>
                <a:gd name="T13" fmla="*/ 134 h 156"/>
                <a:gd name="T14" fmla="*/ 83 w 100"/>
                <a:gd name="T15" fmla="*/ 121 h 156"/>
                <a:gd name="T16" fmla="*/ 76 w 100"/>
                <a:gd name="T17" fmla="*/ 31 h 156"/>
                <a:gd name="T18" fmla="*/ 66 w 100"/>
                <a:gd name="T19" fmla="*/ 7 h 156"/>
                <a:gd name="T20" fmla="*/ 0 w 100"/>
                <a:gd name="T21" fmla="*/ 28 h 156"/>
                <a:gd name="T22" fmla="*/ 1 w 100"/>
                <a:gd name="T23" fmla="*/ 26 h 156"/>
                <a:gd name="T24" fmla="*/ 58 w 100"/>
                <a:gd name="T25" fmla="*/ 4 h 156"/>
                <a:gd name="T26" fmla="*/ 97 w 100"/>
                <a:gd name="T27" fmla="*/ 2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0" h="156">
                  <a:moveTo>
                    <a:pt x="97" y="25"/>
                  </a:moveTo>
                  <a:cubicBezTo>
                    <a:pt x="87" y="33"/>
                    <a:pt x="100" y="117"/>
                    <a:pt x="98" y="138"/>
                  </a:cubicBezTo>
                  <a:cubicBezTo>
                    <a:pt x="96" y="153"/>
                    <a:pt x="93" y="156"/>
                    <a:pt x="85" y="153"/>
                  </a:cubicBezTo>
                  <a:cubicBezTo>
                    <a:pt x="75" y="149"/>
                    <a:pt x="51" y="124"/>
                    <a:pt x="49" y="117"/>
                  </a:cubicBezTo>
                  <a:cubicBezTo>
                    <a:pt x="50" y="117"/>
                    <a:pt x="55" y="122"/>
                    <a:pt x="57" y="123"/>
                  </a:cubicBezTo>
                  <a:cubicBezTo>
                    <a:pt x="57" y="121"/>
                    <a:pt x="56" y="121"/>
                    <a:pt x="57" y="119"/>
                  </a:cubicBezTo>
                  <a:cubicBezTo>
                    <a:pt x="61" y="123"/>
                    <a:pt x="74" y="133"/>
                    <a:pt x="77" y="134"/>
                  </a:cubicBezTo>
                  <a:cubicBezTo>
                    <a:pt x="84" y="134"/>
                    <a:pt x="81" y="126"/>
                    <a:pt x="83" y="121"/>
                  </a:cubicBezTo>
                  <a:cubicBezTo>
                    <a:pt x="82" y="103"/>
                    <a:pt x="75" y="47"/>
                    <a:pt x="76" y="31"/>
                  </a:cubicBezTo>
                  <a:cubicBezTo>
                    <a:pt x="75" y="20"/>
                    <a:pt x="75" y="10"/>
                    <a:pt x="66" y="7"/>
                  </a:cubicBezTo>
                  <a:cubicBezTo>
                    <a:pt x="42" y="8"/>
                    <a:pt x="23" y="28"/>
                    <a:pt x="0" y="28"/>
                  </a:cubicBezTo>
                  <a:cubicBezTo>
                    <a:pt x="0" y="27"/>
                    <a:pt x="1" y="27"/>
                    <a:pt x="1" y="26"/>
                  </a:cubicBezTo>
                  <a:cubicBezTo>
                    <a:pt x="8" y="17"/>
                    <a:pt x="58" y="4"/>
                    <a:pt x="58" y="4"/>
                  </a:cubicBezTo>
                  <a:cubicBezTo>
                    <a:pt x="73" y="0"/>
                    <a:pt x="97" y="4"/>
                    <a:pt x="9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82A299AA-1B27-234E-95BF-08E4EA4E4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985"/>
              <a:ext cx="48" cy="39"/>
            </a:xfrm>
            <a:custGeom>
              <a:avLst/>
              <a:gdLst>
                <a:gd name="T0" fmla="*/ 7 w 25"/>
                <a:gd name="T1" fmla="*/ 1 h 20"/>
                <a:gd name="T2" fmla="*/ 24 w 25"/>
                <a:gd name="T3" fmla="*/ 9 h 20"/>
                <a:gd name="T4" fmla="*/ 24 w 25"/>
                <a:gd name="T5" fmla="*/ 16 h 20"/>
                <a:gd name="T6" fmla="*/ 12 w 25"/>
                <a:gd name="T7" fmla="*/ 17 h 20"/>
                <a:gd name="T8" fmla="*/ 1 w 25"/>
                <a:gd name="T9" fmla="*/ 5 h 20"/>
                <a:gd name="T10" fmla="*/ 7 w 25"/>
                <a:gd name="T11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0">
                  <a:moveTo>
                    <a:pt x="7" y="1"/>
                  </a:moveTo>
                  <a:cubicBezTo>
                    <a:pt x="12" y="2"/>
                    <a:pt x="17" y="1"/>
                    <a:pt x="24" y="9"/>
                  </a:cubicBezTo>
                  <a:cubicBezTo>
                    <a:pt x="25" y="11"/>
                    <a:pt x="25" y="13"/>
                    <a:pt x="24" y="16"/>
                  </a:cubicBezTo>
                  <a:cubicBezTo>
                    <a:pt x="23" y="18"/>
                    <a:pt x="15" y="20"/>
                    <a:pt x="12" y="17"/>
                  </a:cubicBezTo>
                  <a:cubicBezTo>
                    <a:pt x="9" y="13"/>
                    <a:pt x="2" y="8"/>
                    <a:pt x="1" y="5"/>
                  </a:cubicBezTo>
                  <a:cubicBezTo>
                    <a:pt x="0" y="2"/>
                    <a:pt x="5" y="0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AA5066D6-744E-2043-923A-774F0D3DB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020"/>
              <a:ext cx="27" cy="180"/>
            </a:xfrm>
            <a:custGeom>
              <a:avLst/>
              <a:gdLst>
                <a:gd name="T0" fmla="*/ 5 w 14"/>
                <a:gd name="T1" fmla="*/ 0 h 93"/>
                <a:gd name="T2" fmla="*/ 8 w 14"/>
                <a:gd name="T3" fmla="*/ 9 h 93"/>
                <a:gd name="T4" fmla="*/ 14 w 14"/>
                <a:gd name="T5" fmla="*/ 91 h 93"/>
                <a:gd name="T6" fmla="*/ 9 w 14"/>
                <a:gd name="T7" fmla="*/ 93 h 93"/>
                <a:gd name="T8" fmla="*/ 1 w 14"/>
                <a:gd name="T9" fmla="*/ 86 h 93"/>
                <a:gd name="T10" fmla="*/ 3 w 14"/>
                <a:gd name="T11" fmla="*/ 6 h 93"/>
                <a:gd name="T12" fmla="*/ 5 w 14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93">
                  <a:moveTo>
                    <a:pt x="5" y="0"/>
                  </a:moveTo>
                  <a:cubicBezTo>
                    <a:pt x="6" y="1"/>
                    <a:pt x="8" y="1"/>
                    <a:pt x="8" y="9"/>
                  </a:cubicBezTo>
                  <a:cubicBezTo>
                    <a:pt x="9" y="10"/>
                    <a:pt x="10" y="90"/>
                    <a:pt x="14" y="91"/>
                  </a:cubicBezTo>
                  <a:cubicBezTo>
                    <a:pt x="11" y="92"/>
                    <a:pt x="12" y="93"/>
                    <a:pt x="9" y="93"/>
                  </a:cubicBezTo>
                  <a:cubicBezTo>
                    <a:pt x="6" y="90"/>
                    <a:pt x="3" y="90"/>
                    <a:pt x="1" y="86"/>
                  </a:cubicBezTo>
                  <a:cubicBezTo>
                    <a:pt x="4" y="67"/>
                    <a:pt x="0" y="31"/>
                    <a:pt x="3" y="6"/>
                  </a:cubicBezTo>
                  <a:cubicBezTo>
                    <a:pt x="3" y="3"/>
                    <a:pt x="3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2DA476DD-B40B-E748-9376-5A6DFDB8E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053"/>
              <a:ext cx="99" cy="46"/>
            </a:xfrm>
            <a:custGeom>
              <a:avLst/>
              <a:gdLst>
                <a:gd name="T0" fmla="*/ 52 w 52"/>
                <a:gd name="T1" fmla="*/ 24 h 24"/>
                <a:gd name="T2" fmla="*/ 33 w 52"/>
                <a:gd name="T3" fmla="*/ 16 h 24"/>
                <a:gd name="T4" fmla="*/ 17 w 52"/>
                <a:gd name="T5" fmla="*/ 9 h 24"/>
                <a:gd name="T6" fmla="*/ 0 w 52"/>
                <a:gd name="T7" fmla="*/ 0 h 24"/>
                <a:gd name="T8" fmla="*/ 20 w 52"/>
                <a:gd name="T9" fmla="*/ 2 h 24"/>
                <a:gd name="T10" fmla="*/ 44 w 52"/>
                <a:gd name="T11" fmla="*/ 15 h 24"/>
                <a:gd name="T12" fmla="*/ 52 w 5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24">
                  <a:moveTo>
                    <a:pt x="52" y="24"/>
                  </a:moveTo>
                  <a:cubicBezTo>
                    <a:pt x="43" y="24"/>
                    <a:pt x="42" y="22"/>
                    <a:pt x="33" y="16"/>
                  </a:cubicBezTo>
                  <a:cubicBezTo>
                    <a:pt x="31" y="14"/>
                    <a:pt x="27" y="11"/>
                    <a:pt x="17" y="9"/>
                  </a:cubicBezTo>
                  <a:cubicBezTo>
                    <a:pt x="14" y="6"/>
                    <a:pt x="3" y="4"/>
                    <a:pt x="0" y="0"/>
                  </a:cubicBezTo>
                  <a:cubicBezTo>
                    <a:pt x="8" y="0"/>
                    <a:pt x="14" y="0"/>
                    <a:pt x="20" y="2"/>
                  </a:cubicBezTo>
                  <a:cubicBezTo>
                    <a:pt x="22" y="4"/>
                    <a:pt x="34" y="6"/>
                    <a:pt x="44" y="15"/>
                  </a:cubicBezTo>
                  <a:cubicBezTo>
                    <a:pt x="48" y="18"/>
                    <a:pt x="51" y="19"/>
                    <a:pt x="5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21986C34-10F9-364E-8B0F-9657D77550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4" y="1917"/>
              <a:ext cx="164" cy="360"/>
            </a:xfrm>
            <a:custGeom>
              <a:avLst/>
              <a:gdLst>
                <a:gd name="T0" fmla="*/ 39 w 86"/>
                <a:gd name="T1" fmla="*/ 38 h 186"/>
                <a:gd name="T2" fmla="*/ 56 w 86"/>
                <a:gd name="T3" fmla="*/ 34 h 186"/>
                <a:gd name="T4" fmla="*/ 59 w 86"/>
                <a:gd name="T5" fmla="*/ 31 h 186"/>
                <a:gd name="T6" fmla="*/ 85 w 86"/>
                <a:gd name="T7" fmla="*/ 43 h 186"/>
                <a:gd name="T8" fmla="*/ 85 w 86"/>
                <a:gd name="T9" fmla="*/ 48 h 186"/>
                <a:gd name="T10" fmla="*/ 64 w 86"/>
                <a:gd name="T11" fmla="*/ 61 h 186"/>
                <a:gd name="T12" fmla="*/ 55 w 86"/>
                <a:gd name="T13" fmla="*/ 72 h 186"/>
                <a:gd name="T14" fmla="*/ 57 w 86"/>
                <a:gd name="T15" fmla="*/ 81 h 186"/>
                <a:gd name="T16" fmla="*/ 39 w 86"/>
                <a:gd name="T17" fmla="*/ 88 h 186"/>
                <a:gd name="T18" fmla="*/ 39 w 86"/>
                <a:gd name="T19" fmla="*/ 55 h 186"/>
                <a:gd name="T20" fmla="*/ 45 w 86"/>
                <a:gd name="T21" fmla="*/ 48 h 186"/>
                <a:gd name="T22" fmla="*/ 39 w 86"/>
                <a:gd name="T23" fmla="*/ 49 h 186"/>
                <a:gd name="T24" fmla="*/ 39 w 86"/>
                <a:gd name="T25" fmla="*/ 38 h 186"/>
                <a:gd name="T26" fmla="*/ 12 w 86"/>
                <a:gd name="T27" fmla="*/ 1 h 186"/>
                <a:gd name="T28" fmla="*/ 30 w 86"/>
                <a:gd name="T29" fmla="*/ 8 h 186"/>
                <a:gd name="T30" fmla="*/ 34 w 86"/>
                <a:gd name="T31" fmla="*/ 14 h 186"/>
                <a:gd name="T32" fmla="*/ 34 w 86"/>
                <a:gd name="T33" fmla="*/ 39 h 186"/>
                <a:gd name="T34" fmla="*/ 39 w 86"/>
                <a:gd name="T35" fmla="*/ 38 h 186"/>
                <a:gd name="T36" fmla="*/ 39 w 86"/>
                <a:gd name="T37" fmla="*/ 49 h 186"/>
                <a:gd name="T38" fmla="*/ 34 w 86"/>
                <a:gd name="T39" fmla="*/ 50 h 186"/>
                <a:gd name="T40" fmla="*/ 33 w 86"/>
                <a:gd name="T41" fmla="*/ 63 h 186"/>
                <a:gd name="T42" fmla="*/ 39 w 86"/>
                <a:gd name="T43" fmla="*/ 55 h 186"/>
                <a:gd name="T44" fmla="*/ 39 w 86"/>
                <a:gd name="T45" fmla="*/ 88 h 186"/>
                <a:gd name="T46" fmla="*/ 35 w 86"/>
                <a:gd name="T47" fmla="*/ 91 h 186"/>
                <a:gd name="T48" fmla="*/ 26 w 86"/>
                <a:gd name="T49" fmla="*/ 183 h 186"/>
                <a:gd name="T50" fmla="*/ 23 w 86"/>
                <a:gd name="T51" fmla="*/ 186 h 186"/>
                <a:gd name="T52" fmla="*/ 20 w 86"/>
                <a:gd name="T53" fmla="*/ 97 h 186"/>
                <a:gd name="T54" fmla="*/ 16 w 86"/>
                <a:gd name="T55" fmla="*/ 92 h 186"/>
                <a:gd name="T56" fmla="*/ 17 w 86"/>
                <a:gd name="T57" fmla="*/ 81 h 186"/>
                <a:gd name="T58" fmla="*/ 20 w 86"/>
                <a:gd name="T59" fmla="*/ 79 h 186"/>
                <a:gd name="T60" fmla="*/ 19 w 86"/>
                <a:gd name="T61" fmla="*/ 54 h 186"/>
                <a:gd name="T62" fmla="*/ 0 w 86"/>
                <a:gd name="T63" fmla="*/ 53 h 186"/>
                <a:gd name="T64" fmla="*/ 8 w 86"/>
                <a:gd name="T65" fmla="*/ 47 h 186"/>
                <a:gd name="T66" fmla="*/ 18 w 86"/>
                <a:gd name="T67" fmla="*/ 44 h 186"/>
                <a:gd name="T68" fmla="*/ 17 w 86"/>
                <a:gd name="T69" fmla="*/ 17 h 186"/>
                <a:gd name="T70" fmla="*/ 15 w 86"/>
                <a:gd name="T71" fmla="*/ 6 h 186"/>
                <a:gd name="T72" fmla="*/ 12 w 86"/>
                <a:gd name="T73" fmla="*/ 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6" h="186">
                  <a:moveTo>
                    <a:pt x="39" y="38"/>
                  </a:moveTo>
                  <a:cubicBezTo>
                    <a:pt x="45" y="37"/>
                    <a:pt x="50" y="35"/>
                    <a:pt x="56" y="34"/>
                  </a:cubicBezTo>
                  <a:cubicBezTo>
                    <a:pt x="56" y="33"/>
                    <a:pt x="59" y="32"/>
                    <a:pt x="59" y="31"/>
                  </a:cubicBezTo>
                  <a:cubicBezTo>
                    <a:pt x="75" y="29"/>
                    <a:pt x="85" y="39"/>
                    <a:pt x="85" y="43"/>
                  </a:cubicBezTo>
                  <a:cubicBezTo>
                    <a:pt x="86" y="45"/>
                    <a:pt x="86" y="46"/>
                    <a:pt x="85" y="48"/>
                  </a:cubicBezTo>
                  <a:cubicBezTo>
                    <a:pt x="83" y="52"/>
                    <a:pt x="65" y="60"/>
                    <a:pt x="64" y="61"/>
                  </a:cubicBezTo>
                  <a:cubicBezTo>
                    <a:pt x="57" y="66"/>
                    <a:pt x="55" y="68"/>
                    <a:pt x="55" y="72"/>
                  </a:cubicBezTo>
                  <a:cubicBezTo>
                    <a:pt x="57" y="73"/>
                    <a:pt x="60" y="78"/>
                    <a:pt x="57" y="81"/>
                  </a:cubicBezTo>
                  <a:cubicBezTo>
                    <a:pt x="53" y="82"/>
                    <a:pt x="45" y="85"/>
                    <a:pt x="39" y="88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38"/>
                  </a:lnTo>
                  <a:close/>
                  <a:moveTo>
                    <a:pt x="12" y="1"/>
                  </a:moveTo>
                  <a:cubicBezTo>
                    <a:pt x="19" y="0"/>
                    <a:pt x="26" y="1"/>
                    <a:pt x="30" y="8"/>
                  </a:cubicBezTo>
                  <a:cubicBezTo>
                    <a:pt x="31" y="8"/>
                    <a:pt x="33" y="12"/>
                    <a:pt x="34" y="14"/>
                  </a:cubicBezTo>
                  <a:cubicBezTo>
                    <a:pt x="34" y="22"/>
                    <a:pt x="34" y="30"/>
                    <a:pt x="34" y="39"/>
                  </a:cubicBezTo>
                  <a:cubicBezTo>
                    <a:pt x="36" y="39"/>
                    <a:pt x="37" y="38"/>
                    <a:pt x="39" y="3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9" y="88"/>
                    <a:pt x="39" y="88"/>
                    <a:pt x="39" y="88"/>
                  </a:cubicBezTo>
                  <a:cubicBezTo>
                    <a:pt x="37" y="89"/>
                    <a:pt x="35" y="90"/>
                    <a:pt x="35" y="91"/>
                  </a:cubicBezTo>
                  <a:cubicBezTo>
                    <a:pt x="32" y="124"/>
                    <a:pt x="31" y="150"/>
                    <a:pt x="26" y="183"/>
                  </a:cubicBezTo>
                  <a:cubicBezTo>
                    <a:pt x="25" y="183"/>
                    <a:pt x="24" y="186"/>
                    <a:pt x="23" y="186"/>
                  </a:cubicBezTo>
                  <a:cubicBezTo>
                    <a:pt x="22" y="157"/>
                    <a:pt x="20" y="127"/>
                    <a:pt x="20" y="97"/>
                  </a:cubicBezTo>
                  <a:cubicBezTo>
                    <a:pt x="19" y="94"/>
                    <a:pt x="17" y="94"/>
                    <a:pt x="16" y="92"/>
                  </a:cubicBezTo>
                  <a:cubicBezTo>
                    <a:pt x="13" y="90"/>
                    <a:pt x="14" y="82"/>
                    <a:pt x="17" y="81"/>
                  </a:cubicBezTo>
                  <a:cubicBezTo>
                    <a:pt x="18" y="81"/>
                    <a:pt x="19" y="79"/>
                    <a:pt x="20" y="79"/>
                  </a:cubicBezTo>
                  <a:cubicBezTo>
                    <a:pt x="20" y="60"/>
                    <a:pt x="19" y="61"/>
                    <a:pt x="19" y="54"/>
                  </a:cubicBezTo>
                  <a:cubicBezTo>
                    <a:pt x="15" y="53"/>
                    <a:pt x="0" y="58"/>
                    <a:pt x="0" y="53"/>
                  </a:cubicBezTo>
                  <a:cubicBezTo>
                    <a:pt x="1" y="51"/>
                    <a:pt x="6" y="49"/>
                    <a:pt x="8" y="47"/>
                  </a:cubicBezTo>
                  <a:cubicBezTo>
                    <a:pt x="12" y="46"/>
                    <a:pt x="15" y="45"/>
                    <a:pt x="18" y="44"/>
                  </a:cubicBezTo>
                  <a:cubicBezTo>
                    <a:pt x="19" y="34"/>
                    <a:pt x="19" y="27"/>
                    <a:pt x="17" y="17"/>
                  </a:cubicBezTo>
                  <a:cubicBezTo>
                    <a:pt x="17" y="15"/>
                    <a:pt x="17" y="6"/>
                    <a:pt x="15" y="6"/>
                  </a:cubicBezTo>
                  <a:cubicBezTo>
                    <a:pt x="14" y="4"/>
                    <a:pt x="12" y="4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E2B870B8-D0A4-C54A-A9AB-37DA387C9C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5" y="2012"/>
              <a:ext cx="154" cy="176"/>
            </a:xfrm>
            <a:custGeom>
              <a:avLst/>
              <a:gdLst>
                <a:gd name="T0" fmla="*/ 62 w 81"/>
                <a:gd name="T1" fmla="*/ 38 h 91"/>
                <a:gd name="T2" fmla="*/ 67 w 81"/>
                <a:gd name="T3" fmla="*/ 28 h 91"/>
                <a:gd name="T4" fmla="*/ 78 w 81"/>
                <a:gd name="T5" fmla="*/ 36 h 91"/>
                <a:gd name="T6" fmla="*/ 70 w 81"/>
                <a:gd name="T7" fmla="*/ 51 h 91"/>
                <a:gd name="T8" fmla="*/ 81 w 81"/>
                <a:gd name="T9" fmla="*/ 79 h 91"/>
                <a:gd name="T10" fmla="*/ 78 w 81"/>
                <a:gd name="T11" fmla="*/ 80 h 91"/>
                <a:gd name="T12" fmla="*/ 65 w 81"/>
                <a:gd name="T13" fmla="*/ 57 h 91"/>
                <a:gd name="T14" fmla="*/ 50 w 81"/>
                <a:gd name="T15" fmla="*/ 72 h 91"/>
                <a:gd name="T16" fmla="*/ 52 w 81"/>
                <a:gd name="T17" fmla="*/ 74 h 91"/>
                <a:gd name="T18" fmla="*/ 59 w 81"/>
                <a:gd name="T19" fmla="*/ 77 h 91"/>
                <a:gd name="T20" fmla="*/ 59 w 81"/>
                <a:gd name="T21" fmla="*/ 83 h 91"/>
                <a:gd name="T22" fmla="*/ 49 w 81"/>
                <a:gd name="T23" fmla="*/ 85 h 91"/>
                <a:gd name="T24" fmla="*/ 46 w 81"/>
                <a:gd name="T25" fmla="*/ 87 h 91"/>
                <a:gd name="T26" fmla="*/ 44 w 81"/>
                <a:gd name="T27" fmla="*/ 89 h 91"/>
                <a:gd name="T28" fmla="*/ 44 w 81"/>
                <a:gd name="T29" fmla="*/ 63 h 91"/>
                <a:gd name="T30" fmla="*/ 58 w 81"/>
                <a:gd name="T31" fmla="*/ 43 h 91"/>
                <a:gd name="T32" fmla="*/ 53 w 81"/>
                <a:gd name="T33" fmla="*/ 40 h 91"/>
                <a:gd name="T34" fmla="*/ 44 w 81"/>
                <a:gd name="T35" fmla="*/ 51 h 91"/>
                <a:gd name="T36" fmla="*/ 44 w 81"/>
                <a:gd name="T37" fmla="*/ 43 h 91"/>
                <a:gd name="T38" fmla="*/ 45 w 81"/>
                <a:gd name="T39" fmla="*/ 40 h 91"/>
                <a:gd name="T40" fmla="*/ 44 w 81"/>
                <a:gd name="T41" fmla="*/ 40 h 91"/>
                <a:gd name="T42" fmla="*/ 44 w 81"/>
                <a:gd name="T43" fmla="*/ 32 h 91"/>
                <a:gd name="T44" fmla="*/ 46 w 81"/>
                <a:gd name="T45" fmla="*/ 35 h 91"/>
                <a:gd name="T46" fmla="*/ 50 w 81"/>
                <a:gd name="T47" fmla="*/ 39 h 91"/>
                <a:gd name="T48" fmla="*/ 51 w 81"/>
                <a:gd name="T49" fmla="*/ 36 h 91"/>
                <a:gd name="T50" fmla="*/ 44 w 81"/>
                <a:gd name="T51" fmla="*/ 27 h 91"/>
                <a:gd name="T52" fmla="*/ 44 w 81"/>
                <a:gd name="T53" fmla="*/ 3 h 91"/>
                <a:gd name="T54" fmla="*/ 48 w 81"/>
                <a:gd name="T55" fmla="*/ 7 h 91"/>
                <a:gd name="T56" fmla="*/ 44 w 81"/>
                <a:gd name="T57" fmla="*/ 19 h 91"/>
                <a:gd name="T58" fmla="*/ 62 w 81"/>
                <a:gd name="T59" fmla="*/ 38 h 91"/>
                <a:gd name="T60" fmla="*/ 44 w 81"/>
                <a:gd name="T61" fmla="*/ 89 h 91"/>
                <a:gd name="T62" fmla="*/ 33 w 81"/>
                <a:gd name="T63" fmla="*/ 91 h 91"/>
                <a:gd name="T64" fmla="*/ 12 w 81"/>
                <a:gd name="T65" fmla="*/ 77 h 91"/>
                <a:gd name="T66" fmla="*/ 13 w 81"/>
                <a:gd name="T67" fmla="*/ 77 h 91"/>
                <a:gd name="T68" fmla="*/ 44 w 81"/>
                <a:gd name="T69" fmla="*/ 63 h 91"/>
                <a:gd name="T70" fmla="*/ 44 w 81"/>
                <a:gd name="T71" fmla="*/ 89 h 91"/>
                <a:gd name="T72" fmla="*/ 44 w 81"/>
                <a:gd name="T73" fmla="*/ 51 h 91"/>
                <a:gd name="T74" fmla="*/ 44 w 81"/>
                <a:gd name="T75" fmla="*/ 43 h 91"/>
                <a:gd name="T76" fmla="*/ 26 w 81"/>
                <a:gd name="T77" fmla="*/ 59 h 91"/>
                <a:gd name="T78" fmla="*/ 18 w 81"/>
                <a:gd name="T79" fmla="*/ 64 h 91"/>
                <a:gd name="T80" fmla="*/ 41 w 81"/>
                <a:gd name="T81" fmla="*/ 38 h 91"/>
                <a:gd name="T82" fmla="*/ 44 w 81"/>
                <a:gd name="T83" fmla="*/ 40 h 91"/>
                <a:gd name="T84" fmla="*/ 44 w 81"/>
                <a:gd name="T85" fmla="*/ 32 h 91"/>
                <a:gd name="T86" fmla="*/ 36 w 81"/>
                <a:gd name="T87" fmla="*/ 25 h 91"/>
                <a:gd name="T88" fmla="*/ 40 w 81"/>
                <a:gd name="T89" fmla="*/ 23 h 91"/>
                <a:gd name="T90" fmla="*/ 44 w 81"/>
                <a:gd name="T91" fmla="*/ 27 h 91"/>
                <a:gd name="T92" fmla="*/ 44 w 81"/>
                <a:gd name="T93" fmla="*/ 3 h 91"/>
                <a:gd name="T94" fmla="*/ 42 w 81"/>
                <a:gd name="T95" fmla="*/ 3 h 91"/>
                <a:gd name="T96" fmla="*/ 21 w 81"/>
                <a:gd name="T97" fmla="*/ 0 h 91"/>
                <a:gd name="T98" fmla="*/ 15 w 81"/>
                <a:gd name="T99" fmla="*/ 7 h 91"/>
                <a:gd name="T100" fmla="*/ 23 w 81"/>
                <a:gd name="T101" fmla="*/ 7 h 91"/>
                <a:gd name="T102" fmla="*/ 22 w 81"/>
                <a:gd name="T103" fmla="*/ 9 h 91"/>
                <a:gd name="T104" fmla="*/ 13 w 81"/>
                <a:gd name="T105" fmla="*/ 9 h 91"/>
                <a:gd name="T106" fmla="*/ 21 w 81"/>
                <a:gd name="T107" fmla="*/ 17 h 91"/>
                <a:gd name="T108" fmla="*/ 5 w 81"/>
                <a:gd name="T109" fmla="*/ 29 h 91"/>
                <a:gd name="T110" fmla="*/ 4 w 81"/>
                <a:gd name="T111" fmla="*/ 30 h 91"/>
                <a:gd name="T112" fmla="*/ 11 w 81"/>
                <a:gd name="T113" fmla="*/ 45 h 91"/>
                <a:gd name="T114" fmla="*/ 32 w 81"/>
                <a:gd name="T115" fmla="*/ 28 h 91"/>
                <a:gd name="T116" fmla="*/ 34 w 81"/>
                <a:gd name="T117" fmla="*/ 34 h 91"/>
                <a:gd name="T118" fmla="*/ 1 w 81"/>
                <a:gd name="T119" fmla="*/ 69 h 91"/>
                <a:gd name="T120" fmla="*/ 7 w 81"/>
                <a:gd name="T121" fmla="*/ 77 h 91"/>
                <a:gd name="T122" fmla="*/ 44 w 81"/>
                <a:gd name="T123" fmla="*/ 5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1" h="91">
                  <a:moveTo>
                    <a:pt x="62" y="38"/>
                  </a:moveTo>
                  <a:cubicBezTo>
                    <a:pt x="64" y="34"/>
                    <a:pt x="67" y="32"/>
                    <a:pt x="67" y="28"/>
                  </a:cubicBezTo>
                  <a:cubicBezTo>
                    <a:pt x="72" y="30"/>
                    <a:pt x="75" y="31"/>
                    <a:pt x="78" y="36"/>
                  </a:cubicBezTo>
                  <a:cubicBezTo>
                    <a:pt x="79" y="45"/>
                    <a:pt x="70" y="48"/>
                    <a:pt x="70" y="51"/>
                  </a:cubicBezTo>
                  <a:cubicBezTo>
                    <a:pt x="72" y="60"/>
                    <a:pt x="80" y="71"/>
                    <a:pt x="81" y="79"/>
                  </a:cubicBezTo>
                  <a:cubicBezTo>
                    <a:pt x="81" y="80"/>
                    <a:pt x="79" y="81"/>
                    <a:pt x="78" y="80"/>
                  </a:cubicBezTo>
                  <a:cubicBezTo>
                    <a:pt x="73" y="76"/>
                    <a:pt x="67" y="64"/>
                    <a:pt x="65" y="57"/>
                  </a:cubicBezTo>
                  <a:cubicBezTo>
                    <a:pt x="62" y="61"/>
                    <a:pt x="57" y="66"/>
                    <a:pt x="50" y="72"/>
                  </a:cubicBezTo>
                  <a:cubicBezTo>
                    <a:pt x="51" y="74"/>
                    <a:pt x="51" y="73"/>
                    <a:pt x="52" y="74"/>
                  </a:cubicBezTo>
                  <a:cubicBezTo>
                    <a:pt x="56" y="75"/>
                    <a:pt x="57" y="75"/>
                    <a:pt x="59" y="77"/>
                  </a:cubicBezTo>
                  <a:cubicBezTo>
                    <a:pt x="60" y="79"/>
                    <a:pt x="59" y="82"/>
                    <a:pt x="59" y="83"/>
                  </a:cubicBezTo>
                  <a:cubicBezTo>
                    <a:pt x="58" y="85"/>
                    <a:pt x="54" y="84"/>
                    <a:pt x="49" y="85"/>
                  </a:cubicBezTo>
                  <a:cubicBezTo>
                    <a:pt x="48" y="86"/>
                    <a:pt x="47" y="87"/>
                    <a:pt x="46" y="87"/>
                  </a:cubicBezTo>
                  <a:cubicBezTo>
                    <a:pt x="45" y="88"/>
                    <a:pt x="45" y="89"/>
                    <a:pt x="44" y="89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52" y="55"/>
                    <a:pt x="58" y="45"/>
                    <a:pt x="58" y="43"/>
                  </a:cubicBezTo>
                  <a:cubicBezTo>
                    <a:pt x="56" y="42"/>
                    <a:pt x="56" y="41"/>
                    <a:pt x="53" y="40"/>
                  </a:cubicBezTo>
                  <a:cubicBezTo>
                    <a:pt x="53" y="42"/>
                    <a:pt x="49" y="46"/>
                    <a:pt x="44" y="51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4" y="42"/>
                    <a:pt x="45" y="41"/>
                    <a:pt x="45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5" y="33"/>
                    <a:pt x="46" y="34"/>
                    <a:pt x="46" y="35"/>
                  </a:cubicBezTo>
                  <a:cubicBezTo>
                    <a:pt x="50" y="37"/>
                    <a:pt x="48" y="36"/>
                    <a:pt x="50" y="39"/>
                  </a:cubicBezTo>
                  <a:cubicBezTo>
                    <a:pt x="52" y="39"/>
                    <a:pt x="51" y="38"/>
                    <a:pt x="51" y="36"/>
                  </a:cubicBezTo>
                  <a:cubicBezTo>
                    <a:pt x="49" y="34"/>
                    <a:pt x="47" y="30"/>
                    <a:pt x="44" y="27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5" y="4"/>
                    <a:pt x="47" y="6"/>
                    <a:pt x="48" y="7"/>
                  </a:cubicBezTo>
                  <a:cubicBezTo>
                    <a:pt x="50" y="14"/>
                    <a:pt x="49" y="16"/>
                    <a:pt x="44" y="19"/>
                  </a:cubicBezTo>
                  <a:cubicBezTo>
                    <a:pt x="50" y="26"/>
                    <a:pt x="52" y="33"/>
                    <a:pt x="62" y="38"/>
                  </a:cubicBezTo>
                  <a:close/>
                  <a:moveTo>
                    <a:pt x="44" y="89"/>
                  </a:moveTo>
                  <a:cubicBezTo>
                    <a:pt x="41" y="91"/>
                    <a:pt x="37" y="91"/>
                    <a:pt x="33" y="91"/>
                  </a:cubicBezTo>
                  <a:cubicBezTo>
                    <a:pt x="29" y="90"/>
                    <a:pt x="13" y="81"/>
                    <a:pt x="12" y="77"/>
                  </a:cubicBezTo>
                  <a:cubicBezTo>
                    <a:pt x="12" y="77"/>
                    <a:pt x="13" y="77"/>
                    <a:pt x="13" y="77"/>
                  </a:cubicBezTo>
                  <a:cubicBezTo>
                    <a:pt x="20" y="84"/>
                    <a:pt x="33" y="74"/>
                    <a:pt x="44" y="63"/>
                  </a:cubicBezTo>
                  <a:cubicBezTo>
                    <a:pt x="44" y="89"/>
                    <a:pt x="44" y="89"/>
                    <a:pt x="44" y="89"/>
                  </a:cubicBezTo>
                  <a:close/>
                  <a:moveTo>
                    <a:pt x="44" y="51"/>
                  </a:moveTo>
                  <a:cubicBezTo>
                    <a:pt x="44" y="43"/>
                    <a:pt x="44" y="43"/>
                    <a:pt x="44" y="43"/>
                  </a:cubicBezTo>
                  <a:cubicBezTo>
                    <a:pt x="41" y="47"/>
                    <a:pt x="33" y="54"/>
                    <a:pt x="26" y="59"/>
                  </a:cubicBezTo>
                  <a:cubicBezTo>
                    <a:pt x="24" y="60"/>
                    <a:pt x="20" y="64"/>
                    <a:pt x="18" y="64"/>
                  </a:cubicBezTo>
                  <a:cubicBezTo>
                    <a:pt x="22" y="58"/>
                    <a:pt x="36" y="48"/>
                    <a:pt x="41" y="38"/>
                  </a:cubicBezTo>
                  <a:cubicBezTo>
                    <a:pt x="42" y="39"/>
                    <a:pt x="43" y="39"/>
                    <a:pt x="44" y="40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2" y="30"/>
                    <a:pt x="40" y="28"/>
                    <a:pt x="36" y="25"/>
                  </a:cubicBezTo>
                  <a:cubicBezTo>
                    <a:pt x="37" y="25"/>
                    <a:pt x="39" y="23"/>
                    <a:pt x="40" y="23"/>
                  </a:cubicBezTo>
                  <a:cubicBezTo>
                    <a:pt x="42" y="24"/>
                    <a:pt x="43" y="25"/>
                    <a:pt x="44" y="27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1" y="3"/>
                    <a:pt x="25" y="0"/>
                    <a:pt x="21" y="0"/>
                  </a:cubicBezTo>
                  <a:cubicBezTo>
                    <a:pt x="17" y="1"/>
                    <a:pt x="14" y="2"/>
                    <a:pt x="15" y="7"/>
                  </a:cubicBezTo>
                  <a:cubicBezTo>
                    <a:pt x="16" y="8"/>
                    <a:pt x="20" y="8"/>
                    <a:pt x="23" y="7"/>
                  </a:cubicBezTo>
                  <a:cubicBezTo>
                    <a:pt x="24" y="8"/>
                    <a:pt x="23" y="9"/>
                    <a:pt x="22" y="9"/>
                  </a:cubicBezTo>
                  <a:cubicBezTo>
                    <a:pt x="18" y="10"/>
                    <a:pt x="17" y="9"/>
                    <a:pt x="13" y="9"/>
                  </a:cubicBezTo>
                  <a:cubicBezTo>
                    <a:pt x="9" y="9"/>
                    <a:pt x="18" y="15"/>
                    <a:pt x="21" y="17"/>
                  </a:cubicBezTo>
                  <a:cubicBezTo>
                    <a:pt x="20" y="21"/>
                    <a:pt x="10" y="30"/>
                    <a:pt x="5" y="29"/>
                  </a:cubicBezTo>
                  <a:cubicBezTo>
                    <a:pt x="5" y="30"/>
                    <a:pt x="5" y="29"/>
                    <a:pt x="4" y="30"/>
                  </a:cubicBezTo>
                  <a:cubicBezTo>
                    <a:pt x="4" y="36"/>
                    <a:pt x="4" y="43"/>
                    <a:pt x="11" y="45"/>
                  </a:cubicBezTo>
                  <a:cubicBezTo>
                    <a:pt x="15" y="42"/>
                    <a:pt x="29" y="33"/>
                    <a:pt x="32" y="28"/>
                  </a:cubicBezTo>
                  <a:cubicBezTo>
                    <a:pt x="36" y="31"/>
                    <a:pt x="34" y="33"/>
                    <a:pt x="34" y="34"/>
                  </a:cubicBezTo>
                  <a:cubicBezTo>
                    <a:pt x="26" y="45"/>
                    <a:pt x="10" y="59"/>
                    <a:pt x="1" y="69"/>
                  </a:cubicBezTo>
                  <a:cubicBezTo>
                    <a:pt x="0" y="76"/>
                    <a:pt x="0" y="79"/>
                    <a:pt x="7" y="77"/>
                  </a:cubicBezTo>
                  <a:cubicBezTo>
                    <a:pt x="10" y="78"/>
                    <a:pt x="31" y="62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B1509F98-7AB7-5540-B83A-0876EEB36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" y="1931"/>
              <a:ext cx="280" cy="191"/>
            </a:xfrm>
            <a:custGeom>
              <a:avLst/>
              <a:gdLst>
                <a:gd name="T0" fmla="*/ 29 w 147"/>
                <a:gd name="T1" fmla="*/ 27 h 99"/>
                <a:gd name="T2" fmla="*/ 50 w 147"/>
                <a:gd name="T3" fmla="*/ 67 h 99"/>
                <a:gd name="T4" fmla="*/ 59 w 147"/>
                <a:gd name="T5" fmla="*/ 64 h 99"/>
                <a:gd name="T6" fmla="*/ 44 w 147"/>
                <a:gd name="T7" fmla="*/ 19 h 99"/>
                <a:gd name="T8" fmla="*/ 60 w 147"/>
                <a:gd name="T9" fmla="*/ 35 h 99"/>
                <a:gd name="T10" fmla="*/ 66 w 147"/>
                <a:gd name="T11" fmla="*/ 56 h 99"/>
                <a:gd name="T12" fmla="*/ 69 w 147"/>
                <a:gd name="T13" fmla="*/ 51 h 99"/>
                <a:gd name="T14" fmla="*/ 70 w 147"/>
                <a:gd name="T15" fmla="*/ 45 h 99"/>
                <a:gd name="T16" fmla="*/ 66 w 147"/>
                <a:gd name="T17" fmla="*/ 40 h 99"/>
                <a:gd name="T18" fmla="*/ 72 w 147"/>
                <a:gd name="T19" fmla="*/ 40 h 99"/>
                <a:gd name="T20" fmla="*/ 73 w 147"/>
                <a:gd name="T21" fmla="*/ 30 h 99"/>
                <a:gd name="T22" fmla="*/ 63 w 147"/>
                <a:gd name="T23" fmla="*/ 16 h 99"/>
                <a:gd name="T24" fmla="*/ 66 w 147"/>
                <a:gd name="T25" fmla="*/ 5 h 99"/>
                <a:gd name="T26" fmla="*/ 80 w 147"/>
                <a:gd name="T27" fmla="*/ 15 h 99"/>
                <a:gd name="T28" fmla="*/ 87 w 147"/>
                <a:gd name="T29" fmla="*/ 39 h 99"/>
                <a:gd name="T30" fmla="*/ 82 w 147"/>
                <a:gd name="T31" fmla="*/ 50 h 99"/>
                <a:gd name="T32" fmla="*/ 77 w 147"/>
                <a:gd name="T33" fmla="*/ 58 h 99"/>
                <a:gd name="T34" fmla="*/ 99 w 147"/>
                <a:gd name="T35" fmla="*/ 53 h 99"/>
                <a:gd name="T36" fmla="*/ 94 w 147"/>
                <a:gd name="T37" fmla="*/ 40 h 99"/>
                <a:gd name="T38" fmla="*/ 99 w 147"/>
                <a:gd name="T39" fmla="*/ 38 h 99"/>
                <a:gd name="T40" fmla="*/ 104 w 147"/>
                <a:gd name="T41" fmla="*/ 37 h 99"/>
                <a:gd name="T42" fmla="*/ 98 w 147"/>
                <a:gd name="T43" fmla="*/ 23 h 99"/>
                <a:gd name="T44" fmla="*/ 101 w 147"/>
                <a:gd name="T45" fmla="*/ 19 h 99"/>
                <a:gd name="T46" fmla="*/ 105 w 147"/>
                <a:gd name="T47" fmla="*/ 15 h 99"/>
                <a:gd name="T48" fmla="*/ 96 w 147"/>
                <a:gd name="T49" fmla="*/ 6 h 99"/>
                <a:gd name="T50" fmla="*/ 104 w 147"/>
                <a:gd name="T51" fmla="*/ 3 h 99"/>
                <a:gd name="T52" fmla="*/ 111 w 147"/>
                <a:gd name="T53" fmla="*/ 2 h 99"/>
                <a:gd name="T54" fmla="*/ 120 w 147"/>
                <a:gd name="T55" fmla="*/ 19 h 99"/>
                <a:gd name="T56" fmla="*/ 114 w 147"/>
                <a:gd name="T57" fmla="*/ 32 h 99"/>
                <a:gd name="T58" fmla="*/ 112 w 147"/>
                <a:gd name="T59" fmla="*/ 49 h 99"/>
                <a:gd name="T60" fmla="*/ 143 w 147"/>
                <a:gd name="T61" fmla="*/ 56 h 99"/>
                <a:gd name="T62" fmla="*/ 130 w 147"/>
                <a:gd name="T63" fmla="*/ 63 h 99"/>
                <a:gd name="T64" fmla="*/ 119 w 147"/>
                <a:gd name="T65" fmla="*/ 58 h 99"/>
                <a:gd name="T66" fmla="*/ 127 w 147"/>
                <a:gd name="T67" fmla="*/ 55 h 99"/>
                <a:gd name="T68" fmla="*/ 109 w 147"/>
                <a:gd name="T69" fmla="*/ 59 h 99"/>
                <a:gd name="T70" fmla="*/ 108 w 147"/>
                <a:gd name="T71" fmla="*/ 63 h 99"/>
                <a:gd name="T72" fmla="*/ 98 w 147"/>
                <a:gd name="T73" fmla="*/ 60 h 99"/>
                <a:gd name="T74" fmla="*/ 79 w 147"/>
                <a:gd name="T75" fmla="*/ 64 h 99"/>
                <a:gd name="T76" fmla="*/ 65 w 147"/>
                <a:gd name="T77" fmla="*/ 74 h 99"/>
                <a:gd name="T78" fmla="*/ 58 w 147"/>
                <a:gd name="T79" fmla="*/ 71 h 99"/>
                <a:gd name="T80" fmla="*/ 53 w 147"/>
                <a:gd name="T81" fmla="*/ 80 h 99"/>
                <a:gd name="T82" fmla="*/ 48 w 147"/>
                <a:gd name="T83" fmla="*/ 76 h 99"/>
                <a:gd name="T84" fmla="*/ 25 w 147"/>
                <a:gd name="T85" fmla="*/ 86 h 99"/>
                <a:gd name="T86" fmla="*/ 19 w 147"/>
                <a:gd name="T87" fmla="*/ 94 h 99"/>
                <a:gd name="T88" fmla="*/ 8 w 147"/>
                <a:gd name="T89" fmla="*/ 98 h 99"/>
                <a:gd name="T90" fmla="*/ 4 w 147"/>
                <a:gd name="T91" fmla="*/ 88 h 99"/>
                <a:gd name="T92" fmla="*/ 16 w 147"/>
                <a:gd name="T93" fmla="*/ 74 h 99"/>
                <a:gd name="T94" fmla="*/ 25 w 147"/>
                <a:gd name="T95" fmla="*/ 76 h 99"/>
                <a:gd name="T96" fmla="*/ 48 w 147"/>
                <a:gd name="T97" fmla="*/ 66 h 99"/>
                <a:gd name="T98" fmla="*/ 31 w 147"/>
                <a:gd name="T99" fmla="*/ 3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7" h="99">
                  <a:moveTo>
                    <a:pt x="31" y="33"/>
                  </a:moveTo>
                  <a:cubicBezTo>
                    <a:pt x="31" y="33"/>
                    <a:pt x="18" y="23"/>
                    <a:pt x="29" y="27"/>
                  </a:cubicBezTo>
                  <a:cubicBezTo>
                    <a:pt x="29" y="27"/>
                    <a:pt x="40" y="30"/>
                    <a:pt x="46" y="48"/>
                  </a:cubicBezTo>
                  <a:cubicBezTo>
                    <a:pt x="46" y="48"/>
                    <a:pt x="51" y="60"/>
                    <a:pt x="50" y="67"/>
                  </a:cubicBezTo>
                  <a:cubicBezTo>
                    <a:pt x="50" y="67"/>
                    <a:pt x="50" y="69"/>
                    <a:pt x="53" y="68"/>
                  </a:cubicBezTo>
                  <a:cubicBezTo>
                    <a:pt x="53" y="68"/>
                    <a:pt x="59" y="68"/>
                    <a:pt x="59" y="64"/>
                  </a:cubicBezTo>
                  <a:cubicBezTo>
                    <a:pt x="59" y="64"/>
                    <a:pt x="61" y="50"/>
                    <a:pt x="51" y="28"/>
                  </a:cubicBezTo>
                  <a:cubicBezTo>
                    <a:pt x="51" y="28"/>
                    <a:pt x="48" y="20"/>
                    <a:pt x="44" y="19"/>
                  </a:cubicBezTo>
                  <a:cubicBezTo>
                    <a:pt x="44" y="19"/>
                    <a:pt x="42" y="16"/>
                    <a:pt x="45" y="18"/>
                  </a:cubicBezTo>
                  <a:cubicBezTo>
                    <a:pt x="45" y="18"/>
                    <a:pt x="56" y="20"/>
                    <a:pt x="60" y="35"/>
                  </a:cubicBezTo>
                  <a:cubicBezTo>
                    <a:pt x="60" y="35"/>
                    <a:pt x="63" y="47"/>
                    <a:pt x="64" y="56"/>
                  </a:cubicBezTo>
                  <a:cubicBezTo>
                    <a:pt x="64" y="56"/>
                    <a:pt x="65" y="60"/>
                    <a:pt x="66" y="56"/>
                  </a:cubicBezTo>
                  <a:cubicBezTo>
                    <a:pt x="66" y="56"/>
                    <a:pt x="67" y="54"/>
                    <a:pt x="69" y="53"/>
                  </a:cubicBezTo>
                  <a:cubicBezTo>
                    <a:pt x="69" y="53"/>
                    <a:pt x="70" y="52"/>
                    <a:pt x="69" y="51"/>
                  </a:cubicBezTo>
                  <a:cubicBezTo>
                    <a:pt x="69" y="51"/>
                    <a:pt x="69" y="48"/>
                    <a:pt x="70" y="48"/>
                  </a:cubicBezTo>
                  <a:cubicBezTo>
                    <a:pt x="70" y="48"/>
                    <a:pt x="72" y="47"/>
                    <a:pt x="70" y="45"/>
                  </a:cubicBezTo>
                  <a:cubicBezTo>
                    <a:pt x="70" y="45"/>
                    <a:pt x="69" y="43"/>
                    <a:pt x="67" y="43"/>
                  </a:cubicBezTo>
                  <a:cubicBezTo>
                    <a:pt x="67" y="43"/>
                    <a:pt x="60" y="37"/>
                    <a:pt x="66" y="40"/>
                  </a:cubicBezTo>
                  <a:cubicBezTo>
                    <a:pt x="66" y="40"/>
                    <a:pt x="69" y="41"/>
                    <a:pt x="70" y="42"/>
                  </a:cubicBezTo>
                  <a:cubicBezTo>
                    <a:pt x="70" y="42"/>
                    <a:pt x="72" y="44"/>
                    <a:pt x="72" y="40"/>
                  </a:cubicBezTo>
                  <a:cubicBezTo>
                    <a:pt x="72" y="40"/>
                    <a:pt x="74" y="32"/>
                    <a:pt x="75" y="31"/>
                  </a:cubicBezTo>
                  <a:cubicBezTo>
                    <a:pt x="75" y="31"/>
                    <a:pt x="76" y="27"/>
                    <a:pt x="73" y="30"/>
                  </a:cubicBezTo>
                  <a:cubicBezTo>
                    <a:pt x="73" y="30"/>
                    <a:pt x="69" y="32"/>
                    <a:pt x="67" y="26"/>
                  </a:cubicBezTo>
                  <a:cubicBezTo>
                    <a:pt x="67" y="26"/>
                    <a:pt x="59" y="19"/>
                    <a:pt x="63" y="16"/>
                  </a:cubicBezTo>
                  <a:cubicBezTo>
                    <a:pt x="63" y="16"/>
                    <a:pt x="68" y="11"/>
                    <a:pt x="64" y="7"/>
                  </a:cubicBezTo>
                  <a:cubicBezTo>
                    <a:pt x="64" y="7"/>
                    <a:pt x="60" y="2"/>
                    <a:pt x="66" y="5"/>
                  </a:cubicBezTo>
                  <a:cubicBezTo>
                    <a:pt x="66" y="5"/>
                    <a:pt x="71" y="7"/>
                    <a:pt x="76" y="12"/>
                  </a:cubicBezTo>
                  <a:cubicBezTo>
                    <a:pt x="76" y="12"/>
                    <a:pt x="75" y="14"/>
                    <a:pt x="80" y="15"/>
                  </a:cubicBezTo>
                  <a:cubicBezTo>
                    <a:pt x="80" y="15"/>
                    <a:pt x="97" y="18"/>
                    <a:pt x="94" y="28"/>
                  </a:cubicBezTo>
                  <a:cubicBezTo>
                    <a:pt x="94" y="28"/>
                    <a:pt x="87" y="34"/>
                    <a:pt x="87" y="39"/>
                  </a:cubicBezTo>
                  <a:cubicBezTo>
                    <a:pt x="87" y="39"/>
                    <a:pt x="85" y="44"/>
                    <a:pt x="83" y="45"/>
                  </a:cubicBezTo>
                  <a:cubicBezTo>
                    <a:pt x="83" y="45"/>
                    <a:pt x="82" y="45"/>
                    <a:pt x="82" y="50"/>
                  </a:cubicBezTo>
                  <a:cubicBezTo>
                    <a:pt x="82" y="50"/>
                    <a:pt x="83" y="51"/>
                    <a:pt x="81" y="52"/>
                  </a:cubicBezTo>
                  <a:cubicBezTo>
                    <a:pt x="81" y="52"/>
                    <a:pt x="79" y="55"/>
                    <a:pt x="77" y="58"/>
                  </a:cubicBezTo>
                  <a:cubicBezTo>
                    <a:pt x="77" y="58"/>
                    <a:pt x="72" y="62"/>
                    <a:pt x="76" y="60"/>
                  </a:cubicBezTo>
                  <a:cubicBezTo>
                    <a:pt x="76" y="60"/>
                    <a:pt x="92" y="55"/>
                    <a:pt x="99" y="53"/>
                  </a:cubicBezTo>
                  <a:cubicBezTo>
                    <a:pt x="99" y="53"/>
                    <a:pt x="104" y="51"/>
                    <a:pt x="100" y="48"/>
                  </a:cubicBezTo>
                  <a:cubicBezTo>
                    <a:pt x="100" y="48"/>
                    <a:pt x="95" y="43"/>
                    <a:pt x="94" y="40"/>
                  </a:cubicBezTo>
                  <a:cubicBezTo>
                    <a:pt x="94" y="40"/>
                    <a:pt x="92" y="35"/>
                    <a:pt x="95" y="37"/>
                  </a:cubicBezTo>
                  <a:cubicBezTo>
                    <a:pt x="95" y="37"/>
                    <a:pt x="98" y="40"/>
                    <a:pt x="99" y="38"/>
                  </a:cubicBezTo>
                  <a:cubicBezTo>
                    <a:pt x="99" y="38"/>
                    <a:pt x="98" y="37"/>
                    <a:pt x="101" y="38"/>
                  </a:cubicBezTo>
                  <a:cubicBezTo>
                    <a:pt x="101" y="38"/>
                    <a:pt x="104" y="40"/>
                    <a:pt x="104" y="37"/>
                  </a:cubicBezTo>
                  <a:cubicBezTo>
                    <a:pt x="104" y="37"/>
                    <a:pt x="107" y="31"/>
                    <a:pt x="104" y="32"/>
                  </a:cubicBezTo>
                  <a:cubicBezTo>
                    <a:pt x="104" y="32"/>
                    <a:pt x="98" y="28"/>
                    <a:pt x="98" y="23"/>
                  </a:cubicBezTo>
                  <a:cubicBezTo>
                    <a:pt x="98" y="23"/>
                    <a:pt x="97" y="20"/>
                    <a:pt x="98" y="19"/>
                  </a:cubicBezTo>
                  <a:cubicBezTo>
                    <a:pt x="98" y="19"/>
                    <a:pt x="99" y="17"/>
                    <a:pt x="101" y="19"/>
                  </a:cubicBezTo>
                  <a:cubicBezTo>
                    <a:pt x="101" y="19"/>
                    <a:pt x="105" y="27"/>
                    <a:pt x="105" y="22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5" y="15"/>
                    <a:pt x="106" y="12"/>
                    <a:pt x="100" y="12"/>
                  </a:cubicBezTo>
                  <a:cubicBezTo>
                    <a:pt x="100" y="12"/>
                    <a:pt x="90" y="7"/>
                    <a:pt x="96" y="6"/>
                  </a:cubicBezTo>
                  <a:cubicBezTo>
                    <a:pt x="96" y="6"/>
                    <a:pt x="100" y="7"/>
                    <a:pt x="99" y="4"/>
                  </a:cubicBezTo>
                  <a:cubicBezTo>
                    <a:pt x="99" y="4"/>
                    <a:pt x="99" y="3"/>
                    <a:pt x="104" y="3"/>
                  </a:cubicBezTo>
                  <a:cubicBezTo>
                    <a:pt x="104" y="3"/>
                    <a:pt x="105" y="3"/>
                    <a:pt x="106" y="1"/>
                  </a:cubicBezTo>
                  <a:cubicBezTo>
                    <a:pt x="106" y="1"/>
                    <a:pt x="107" y="0"/>
                    <a:pt x="111" y="2"/>
                  </a:cubicBezTo>
                  <a:cubicBezTo>
                    <a:pt x="111" y="2"/>
                    <a:pt x="127" y="6"/>
                    <a:pt x="124" y="14"/>
                  </a:cubicBezTo>
                  <a:cubicBezTo>
                    <a:pt x="124" y="14"/>
                    <a:pt x="123" y="18"/>
                    <a:pt x="120" y="19"/>
                  </a:cubicBezTo>
                  <a:cubicBezTo>
                    <a:pt x="120" y="19"/>
                    <a:pt x="119" y="18"/>
                    <a:pt x="116" y="26"/>
                  </a:cubicBezTo>
                  <a:cubicBezTo>
                    <a:pt x="116" y="26"/>
                    <a:pt x="114" y="29"/>
                    <a:pt x="114" y="32"/>
                  </a:cubicBezTo>
                  <a:cubicBezTo>
                    <a:pt x="114" y="32"/>
                    <a:pt x="115" y="38"/>
                    <a:pt x="113" y="41"/>
                  </a:cubicBezTo>
                  <a:cubicBezTo>
                    <a:pt x="113" y="41"/>
                    <a:pt x="113" y="47"/>
                    <a:pt x="112" y="49"/>
                  </a:cubicBezTo>
                  <a:cubicBezTo>
                    <a:pt x="112" y="49"/>
                    <a:pt x="111" y="52"/>
                    <a:pt x="114" y="51"/>
                  </a:cubicBezTo>
                  <a:cubicBezTo>
                    <a:pt x="114" y="51"/>
                    <a:pt x="136" y="46"/>
                    <a:pt x="143" y="56"/>
                  </a:cubicBezTo>
                  <a:cubicBezTo>
                    <a:pt x="143" y="56"/>
                    <a:pt x="147" y="58"/>
                    <a:pt x="136" y="62"/>
                  </a:cubicBezTo>
                  <a:cubicBezTo>
                    <a:pt x="136" y="62"/>
                    <a:pt x="132" y="64"/>
                    <a:pt x="130" y="63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8" y="60"/>
                    <a:pt x="113" y="59"/>
                    <a:pt x="119" y="58"/>
                  </a:cubicBezTo>
                  <a:cubicBezTo>
                    <a:pt x="119" y="58"/>
                    <a:pt x="127" y="58"/>
                    <a:pt x="128" y="56"/>
                  </a:cubicBezTo>
                  <a:cubicBezTo>
                    <a:pt x="128" y="56"/>
                    <a:pt x="131" y="54"/>
                    <a:pt x="127" y="55"/>
                  </a:cubicBezTo>
                  <a:cubicBezTo>
                    <a:pt x="127" y="55"/>
                    <a:pt x="118" y="56"/>
                    <a:pt x="115" y="55"/>
                  </a:cubicBezTo>
                  <a:cubicBezTo>
                    <a:pt x="115" y="55"/>
                    <a:pt x="110" y="55"/>
                    <a:pt x="109" y="59"/>
                  </a:cubicBezTo>
                  <a:cubicBezTo>
                    <a:pt x="109" y="59"/>
                    <a:pt x="110" y="60"/>
                    <a:pt x="108" y="61"/>
                  </a:cubicBezTo>
                  <a:cubicBezTo>
                    <a:pt x="108" y="61"/>
                    <a:pt x="108" y="61"/>
                    <a:pt x="108" y="63"/>
                  </a:cubicBezTo>
                  <a:cubicBezTo>
                    <a:pt x="108" y="63"/>
                    <a:pt x="108" y="70"/>
                    <a:pt x="102" y="66"/>
                  </a:cubicBezTo>
                  <a:cubicBezTo>
                    <a:pt x="102" y="66"/>
                    <a:pt x="97" y="64"/>
                    <a:pt x="98" y="60"/>
                  </a:cubicBezTo>
                  <a:cubicBezTo>
                    <a:pt x="98" y="60"/>
                    <a:pt x="99" y="56"/>
                    <a:pt x="95" y="58"/>
                  </a:cubicBezTo>
                  <a:cubicBezTo>
                    <a:pt x="95" y="58"/>
                    <a:pt x="84" y="63"/>
                    <a:pt x="79" y="64"/>
                  </a:cubicBezTo>
                  <a:cubicBezTo>
                    <a:pt x="79" y="64"/>
                    <a:pt x="65" y="66"/>
                    <a:pt x="66" y="70"/>
                  </a:cubicBezTo>
                  <a:cubicBezTo>
                    <a:pt x="66" y="70"/>
                    <a:pt x="68" y="74"/>
                    <a:pt x="65" y="74"/>
                  </a:cubicBezTo>
                  <a:cubicBezTo>
                    <a:pt x="65" y="74"/>
                    <a:pt x="63" y="73"/>
                    <a:pt x="61" y="70"/>
                  </a:cubicBezTo>
                  <a:cubicBezTo>
                    <a:pt x="61" y="70"/>
                    <a:pt x="61" y="69"/>
                    <a:pt x="58" y="71"/>
                  </a:cubicBezTo>
                  <a:cubicBezTo>
                    <a:pt x="58" y="71"/>
                    <a:pt x="50" y="73"/>
                    <a:pt x="52" y="77"/>
                  </a:cubicBezTo>
                  <a:cubicBezTo>
                    <a:pt x="52" y="77"/>
                    <a:pt x="53" y="78"/>
                    <a:pt x="53" y="80"/>
                  </a:cubicBezTo>
                  <a:cubicBezTo>
                    <a:pt x="53" y="80"/>
                    <a:pt x="56" y="82"/>
                    <a:pt x="53" y="82"/>
                  </a:cubicBezTo>
                  <a:cubicBezTo>
                    <a:pt x="53" y="82"/>
                    <a:pt x="50" y="79"/>
                    <a:pt x="48" y="76"/>
                  </a:cubicBezTo>
                  <a:cubicBezTo>
                    <a:pt x="48" y="76"/>
                    <a:pt x="48" y="73"/>
                    <a:pt x="44" y="76"/>
                  </a:cubicBezTo>
                  <a:cubicBezTo>
                    <a:pt x="44" y="76"/>
                    <a:pt x="31" y="77"/>
                    <a:pt x="25" y="86"/>
                  </a:cubicBezTo>
                  <a:cubicBezTo>
                    <a:pt x="25" y="86"/>
                    <a:pt x="23" y="87"/>
                    <a:pt x="23" y="90"/>
                  </a:cubicBezTo>
                  <a:cubicBezTo>
                    <a:pt x="23" y="90"/>
                    <a:pt x="20" y="93"/>
                    <a:pt x="19" y="94"/>
                  </a:cubicBezTo>
                  <a:cubicBezTo>
                    <a:pt x="19" y="94"/>
                    <a:pt x="15" y="99"/>
                    <a:pt x="13" y="99"/>
                  </a:cubicBezTo>
                  <a:cubicBezTo>
                    <a:pt x="13" y="99"/>
                    <a:pt x="10" y="98"/>
                    <a:pt x="8" y="98"/>
                  </a:cubicBezTo>
                  <a:cubicBezTo>
                    <a:pt x="8" y="98"/>
                    <a:pt x="8" y="98"/>
                    <a:pt x="6" y="96"/>
                  </a:cubicBezTo>
                  <a:cubicBezTo>
                    <a:pt x="6" y="96"/>
                    <a:pt x="0" y="92"/>
                    <a:pt x="4" y="88"/>
                  </a:cubicBezTo>
                  <a:cubicBezTo>
                    <a:pt x="4" y="88"/>
                    <a:pt x="8" y="84"/>
                    <a:pt x="10" y="79"/>
                  </a:cubicBezTo>
                  <a:cubicBezTo>
                    <a:pt x="10" y="79"/>
                    <a:pt x="11" y="73"/>
                    <a:pt x="16" y="74"/>
                  </a:cubicBezTo>
                  <a:cubicBezTo>
                    <a:pt x="16" y="74"/>
                    <a:pt x="21" y="75"/>
                    <a:pt x="22" y="77"/>
                  </a:cubicBezTo>
                  <a:cubicBezTo>
                    <a:pt x="22" y="77"/>
                    <a:pt x="23" y="78"/>
                    <a:pt x="25" y="76"/>
                  </a:cubicBezTo>
                  <a:cubicBezTo>
                    <a:pt x="25" y="76"/>
                    <a:pt x="40" y="74"/>
                    <a:pt x="47" y="70"/>
                  </a:cubicBezTo>
                  <a:cubicBezTo>
                    <a:pt x="47" y="70"/>
                    <a:pt x="48" y="70"/>
                    <a:pt x="48" y="66"/>
                  </a:cubicBezTo>
                  <a:cubicBezTo>
                    <a:pt x="48" y="66"/>
                    <a:pt x="45" y="51"/>
                    <a:pt x="40" y="44"/>
                  </a:cubicBezTo>
                  <a:cubicBezTo>
                    <a:pt x="40" y="44"/>
                    <a:pt x="35" y="35"/>
                    <a:pt x="3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902BB161-04A4-B740-9CA0-B126B6F2E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062"/>
              <a:ext cx="168" cy="188"/>
            </a:xfrm>
            <a:custGeom>
              <a:avLst/>
              <a:gdLst>
                <a:gd name="T0" fmla="*/ 26 w 88"/>
                <a:gd name="T1" fmla="*/ 10 h 97"/>
                <a:gd name="T2" fmla="*/ 39 w 88"/>
                <a:gd name="T3" fmla="*/ 7 h 97"/>
                <a:gd name="T4" fmla="*/ 47 w 88"/>
                <a:gd name="T5" fmla="*/ 3 h 97"/>
                <a:gd name="T6" fmla="*/ 53 w 88"/>
                <a:gd name="T7" fmla="*/ 2 h 97"/>
                <a:gd name="T8" fmla="*/ 69 w 88"/>
                <a:gd name="T9" fmla="*/ 9 h 97"/>
                <a:gd name="T10" fmla="*/ 64 w 88"/>
                <a:gd name="T11" fmla="*/ 16 h 97"/>
                <a:gd name="T12" fmla="*/ 61 w 88"/>
                <a:gd name="T13" fmla="*/ 26 h 97"/>
                <a:gd name="T14" fmla="*/ 69 w 88"/>
                <a:gd name="T15" fmla="*/ 33 h 97"/>
                <a:gd name="T16" fmla="*/ 82 w 88"/>
                <a:gd name="T17" fmla="*/ 36 h 97"/>
                <a:gd name="T18" fmla="*/ 84 w 88"/>
                <a:gd name="T19" fmla="*/ 45 h 97"/>
                <a:gd name="T20" fmla="*/ 79 w 88"/>
                <a:gd name="T21" fmla="*/ 48 h 97"/>
                <a:gd name="T22" fmla="*/ 75 w 88"/>
                <a:gd name="T23" fmla="*/ 48 h 97"/>
                <a:gd name="T24" fmla="*/ 69 w 88"/>
                <a:gd name="T25" fmla="*/ 55 h 97"/>
                <a:gd name="T26" fmla="*/ 69 w 88"/>
                <a:gd name="T27" fmla="*/ 70 h 97"/>
                <a:gd name="T28" fmla="*/ 58 w 88"/>
                <a:gd name="T29" fmla="*/ 89 h 97"/>
                <a:gd name="T30" fmla="*/ 53 w 88"/>
                <a:gd name="T31" fmla="*/ 92 h 97"/>
                <a:gd name="T32" fmla="*/ 48 w 88"/>
                <a:gd name="T33" fmla="*/ 96 h 97"/>
                <a:gd name="T34" fmla="*/ 45 w 88"/>
                <a:gd name="T35" fmla="*/ 97 h 97"/>
                <a:gd name="T36" fmla="*/ 24 w 88"/>
                <a:gd name="T37" fmla="*/ 97 h 97"/>
                <a:gd name="T38" fmla="*/ 20 w 88"/>
                <a:gd name="T39" fmla="*/ 97 h 97"/>
                <a:gd name="T40" fmla="*/ 18 w 88"/>
                <a:gd name="T41" fmla="*/ 95 h 97"/>
                <a:gd name="T42" fmla="*/ 17 w 88"/>
                <a:gd name="T43" fmla="*/ 95 h 97"/>
                <a:gd name="T44" fmla="*/ 14 w 88"/>
                <a:gd name="T45" fmla="*/ 94 h 97"/>
                <a:gd name="T46" fmla="*/ 4 w 88"/>
                <a:gd name="T47" fmla="*/ 89 h 97"/>
                <a:gd name="T48" fmla="*/ 6 w 88"/>
                <a:gd name="T49" fmla="*/ 88 h 97"/>
                <a:gd name="T50" fmla="*/ 14 w 88"/>
                <a:gd name="T51" fmla="*/ 89 h 97"/>
                <a:gd name="T52" fmla="*/ 15 w 88"/>
                <a:gd name="T53" fmla="*/ 86 h 97"/>
                <a:gd name="T54" fmla="*/ 40 w 88"/>
                <a:gd name="T55" fmla="*/ 81 h 97"/>
                <a:gd name="T56" fmla="*/ 55 w 88"/>
                <a:gd name="T57" fmla="*/ 54 h 97"/>
                <a:gd name="T58" fmla="*/ 38 w 88"/>
                <a:gd name="T59" fmla="*/ 53 h 97"/>
                <a:gd name="T60" fmla="*/ 25 w 88"/>
                <a:gd name="T61" fmla="*/ 57 h 97"/>
                <a:gd name="T62" fmla="*/ 15 w 88"/>
                <a:gd name="T63" fmla="*/ 44 h 97"/>
                <a:gd name="T64" fmla="*/ 16 w 88"/>
                <a:gd name="T65" fmla="*/ 42 h 97"/>
                <a:gd name="T66" fmla="*/ 23 w 88"/>
                <a:gd name="T67" fmla="*/ 43 h 97"/>
                <a:gd name="T68" fmla="*/ 30 w 88"/>
                <a:gd name="T69" fmla="*/ 42 h 97"/>
                <a:gd name="T70" fmla="*/ 42 w 88"/>
                <a:gd name="T71" fmla="*/ 40 h 97"/>
                <a:gd name="T72" fmla="*/ 51 w 88"/>
                <a:gd name="T73" fmla="*/ 38 h 97"/>
                <a:gd name="T74" fmla="*/ 49 w 88"/>
                <a:gd name="T75" fmla="*/ 35 h 97"/>
                <a:gd name="T76" fmla="*/ 42 w 88"/>
                <a:gd name="T77" fmla="*/ 21 h 97"/>
                <a:gd name="T78" fmla="*/ 45 w 88"/>
                <a:gd name="T79" fmla="*/ 12 h 97"/>
                <a:gd name="T80" fmla="*/ 31 w 88"/>
                <a:gd name="T81" fmla="*/ 15 h 97"/>
                <a:gd name="T82" fmla="*/ 25 w 88"/>
                <a:gd name="T83" fmla="*/ 12 h 97"/>
                <a:gd name="T84" fmla="*/ 26 w 88"/>
                <a:gd name="T85" fmla="*/ 1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8" h="97">
                  <a:moveTo>
                    <a:pt x="26" y="10"/>
                  </a:moveTo>
                  <a:cubicBezTo>
                    <a:pt x="26" y="10"/>
                    <a:pt x="31" y="11"/>
                    <a:pt x="39" y="7"/>
                  </a:cubicBezTo>
                  <a:cubicBezTo>
                    <a:pt x="39" y="7"/>
                    <a:pt x="46" y="6"/>
                    <a:pt x="47" y="3"/>
                  </a:cubicBezTo>
                  <a:cubicBezTo>
                    <a:pt x="47" y="3"/>
                    <a:pt x="48" y="0"/>
                    <a:pt x="53" y="2"/>
                  </a:cubicBezTo>
                  <a:cubicBezTo>
                    <a:pt x="53" y="2"/>
                    <a:pt x="67" y="1"/>
                    <a:pt x="69" y="9"/>
                  </a:cubicBezTo>
                  <a:cubicBezTo>
                    <a:pt x="69" y="9"/>
                    <a:pt x="70" y="13"/>
                    <a:pt x="64" y="16"/>
                  </a:cubicBezTo>
                  <a:cubicBezTo>
                    <a:pt x="64" y="16"/>
                    <a:pt x="60" y="20"/>
                    <a:pt x="61" y="26"/>
                  </a:cubicBezTo>
                  <a:cubicBezTo>
                    <a:pt x="61" y="26"/>
                    <a:pt x="65" y="35"/>
                    <a:pt x="69" y="33"/>
                  </a:cubicBezTo>
                  <a:cubicBezTo>
                    <a:pt x="69" y="33"/>
                    <a:pt x="81" y="33"/>
                    <a:pt x="82" y="36"/>
                  </a:cubicBezTo>
                  <a:cubicBezTo>
                    <a:pt x="82" y="36"/>
                    <a:pt x="88" y="42"/>
                    <a:pt x="84" y="45"/>
                  </a:cubicBezTo>
                  <a:cubicBezTo>
                    <a:pt x="84" y="45"/>
                    <a:pt x="81" y="46"/>
                    <a:pt x="79" y="48"/>
                  </a:cubicBezTo>
                  <a:cubicBezTo>
                    <a:pt x="79" y="48"/>
                    <a:pt x="78" y="49"/>
                    <a:pt x="75" y="48"/>
                  </a:cubicBezTo>
                  <a:cubicBezTo>
                    <a:pt x="75" y="48"/>
                    <a:pt x="68" y="48"/>
                    <a:pt x="69" y="55"/>
                  </a:cubicBezTo>
                  <a:cubicBezTo>
                    <a:pt x="69" y="70"/>
                    <a:pt x="69" y="70"/>
                    <a:pt x="69" y="70"/>
                  </a:cubicBezTo>
                  <a:cubicBezTo>
                    <a:pt x="69" y="70"/>
                    <a:pt x="65" y="83"/>
                    <a:pt x="58" y="89"/>
                  </a:cubicBezTo>
                  <a:cubicBezTo>
                    <a:pt x="58" y="89"/>
                    <a:pt x="54" y="92"/>
                    <a:pt x="53" y="92"/>
                  </a:cubicBezTo>
                  <a:cubicBezTo>
                    <a:pt x="53" y="92"/>
                    <a:pt x="51" y="93"/>
                    <a:pt x="48" y="96"/>
                  </a:cubicBezTo>
                  <a:cubicBezTo>
                    <a:pt x="48" y="96"/>
                    <a:pt x="47" y="97"/>
                    <a:pt x="45" y="97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24" y="97"/>
                    <a:pt x="22" y="96"/>
                    <a:pt x="20" y="97"/>
                  </a:cubicBezTo>
                  <a:cubicBezTo>
                    <a:pt x="20" y="97"/>
                    <a:pt x="18" y="96"/>
                    <a:pt x="18" y="95"/>
                  </a:cubicBezTo>
                  <a:cubicBezTo>
                    <a:pt x="18" y="95"/>
                    <a:pt x="19" y="94"/>
                    <a:pt x="17" y="95"/>
                  </a:cubicBezTo>
                  <a:cubicBezTo>
                    <a:pt x="17" y="95"/>
                    <a:pt x="16" y="93"/>
                    <a:pt x="14" y="94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4" y="89"/>
                    <a:pt x="0" y="87"/>
                    <a:pt x="6" y="88"/>
                  </a:cubicBezTo>
                  <a:cubicBezTo>
                    <a:pt x="6" y="88"/>
                    <a:pt x="19" y="93"/>
                    <a:pt x="14" y="89"/>
                  </a:cubicBezTo>
                  <a:cubicBezTo>
                    <a:pt x="14" y="89"/>
                    <a:pt x="11" y="86"/>
                    <a:pt x="15" y="86"/>
                  </a:cubicBezTo>
                  <a:cubicBezTo>
                    <a:pt x="15" y="86"/>
                    <a:pt x="30" y="87"/>
                    <a:pt x="40" y="81"/>
                  </a:cubicBezTo>
                  <a:cubicBezTo>
                    <a:pt x="40" y="81"/>
                    <a:pt x="61" y="73"/>
                    <a:pt x="55" y="54"/>
                  </a:cubicBezTo>
                  <a:cubicBezTo>
                    <a:pt x="55" y="54"/>
                    <a:pt x="48" y="50"/>
                    <a:pt x="38" y="53"/>
                  </a:cubicBezTo>
                  <a:cubicBezTo>
                    <a:pt x="38" y="53"/>
                    <a:pt x="29" y="59"/>
                    <a:pt x="25" y="57"/>
                  </a:cubicBezTo>
                  <a:cubicBezTo>
                    <a:pt x="25" y="57"/>
                    <a:pt x="17" y="51"/>
                    <a:pt x="15" y="44"/>
                  </a:cubicBezTo>
                  <a:cubicBezTo>
                    <a:pt x="15" y="44"/>
                    <a:pt x="12" y="40"/>
                    <a:pt x="16" y="42"/>
                  </a:cubicBezTo>
                  <a:cubicBezTo>
                    <a:pt x="16" y="42"/>
                    <a:pt x="17" y="44"/>
                    <a:pt x="23" y="43"/>
                  </a:cubicBezTo>
                  <a:cubicBezTo>
                    <a:pt x="23" y="43"/>
                    <a:pt x="28" y="44"/>
                    <a:pt x="30" y="42"/>
                  </a:cubicBezTo>
                  <a:cubicBezTo>
                    <a:pt x="30" y="42"/>
                    <a:pt x="35" y="41"/>
                    <a:pt x="42" y="40"/>
                  </a:cubicBezTo>
                  <a:cubicBezTo>
                    <a:pt x="42" y="40"/>
                    <a:pt x="49" y="39"/>
                    <a:pt x="51" y="38"/>
                  </a:cubicBezTo>
                  <a:cubicBezTo>
                    <a:pt x="51" y="38"/>
                    <a:pt x="53" y="35"/>
                    <a:pt x="49" y="35"/>
                  </a:cubicBezTo>
                  <a:cubicBezTo>
                    <a:pt x="49" y="35"/>
                    <a:pt x="39" y="37"/>
                    <a:pt x="42" y="21"/>
                  </a:cubicBezTo>
                  <a:cubicBezTo>
                    <a:pt x="42" y="21"/>
                    <a:pt x="50" y="9"/>
                    <a:pt x="45" y="12"/>
                  </a:cubicBezTo>
                  <a:cubicBezTo>
                    <a:pt x="45" y="12"/>
                    <a:pt x="37" y="17"/>
                    <a:pt x="31" y="15"/>
                  </a:cubicBezTo>
                  <a:cubicBezTo>
                    <a:pt x="31" y="15"/>
                    <a:pt x="27" y="15"/>
                    <a:pt x="25" y="12"/>
                  </a:cubicBezTo>
                  <a:cubicBezTo>
                    <a:pt x="25" y="12"/>
                    <a:pt x="22" y="7"/>
                    <a:pt x="2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B21BD5EF-3ABD-5142-9194-0ADD361A9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1962"/>
              <a:ext cx="151" cy="247"/>
            </a:xfrm>
            <a:custGeom>
              <a:avLst/>
              <a:gdLst>
                <a:gd name="T0" fmla="*/ 37 w 79"/>
                <a:gd name="T1" fmla="*/ 7 h 128"/>
                <a:gd name="T2" fmla="*/ 39 w 79"/>
                <a:gd name="T3" fmla="*/ 5 h 128"/>
                <a:gd name="T4" fmla="*/ 49 w 79"/>
                <a:gd name="T5" fmla="*/ 8 h 128"/>
                <a:gd name="T6" fmla="*/ 58 w 79"/>
                <a:gd name="T7" fmla="*/ 12 h 128"/>
                <a:gd name="T8" fmla="*/ 60 w 79"/>
                <a:gd name="T9" fmla="*/ 19 h 128"/>
                <a:gd name="T10" fmla="*/ 61 w 79"/>
                <a:gd name="T11" fmla="*/ 26 h 128"/>
                <a:gd name="T12" fmla="*/ 69 w 79"/>
                <a:gd name="T13" fmla="*/ 33 h 128"/>
                <a:gd name="T14" fmla="*/ 70 w 79"/>
                <a:gd name="T15" fmla="*/ 33 h 128"/>
                <a:gd name="T16" fmla="*/ 74 w 79"/>
                <a:gd name="T17" fmla="*/ 38 h 128"/>
                <a:gd name="T18" fmla="*/ 75 w 79"/>
                <a:gd name="T19" fmla="*/ 41 h 128"/>
                <a:gd name="T20" fmla="*/ 77 w 79"/>
                <a:gd name="T21" fmla="*/ 47 h 128"/>
                <a:gd name="T22" fmla="*/ 70 w 79"/>
                <a:gd name="T23" fmla="*/ 58 h 128"/>
                <a:gd name="T24" fmla="*/ 66 w 79"/>
                <a:gd name="T25" fmla="*/ 61 h 128"/>
                <a:gd name="T26" fmla="*/ 62 w 79"/>
                <a:gd name="T27" fmla="*/ 69 h 128"/>
                <a:gd name="T28" fmla="*/ 56 w 79"/>
                <a:gd name="T29" fmla="*/ 77 h 128"/>
                <a:gd name="T30" fmla="*/ 48 w 79"/>
                <a:gd name="T31" fmla="*/ 94 h 128"/>
                <a:gd name="T32" fmla="*/ 44 w 79"/>
                <a:gd name="T33" fmla="*/ 103 h 128"/>
                <a:gd name="T34" fmla="*/ 38 w 79"/>
                <a:gd name="T35" fmla="*/ 107 h 128"/>
                <a:gd name="T36" fmla="*/ 36 w 79"/>
                <a:gd name="T37" fmla="*/ 111 h 128"/>
                <a:gd name="T38" fmla="*/ 33 w 79"/>
                <a:gd name="T39" fmla="*/ 115 h 128"/>
                <a:gd name="T40" fmla="*/ 25 w 79"/>
                <a:gd name="T41" fmla="*/ 119 h 128"/>
                <a:gd name="T42" fmla="*/ 18 w 79"/>
                <a:gd name="T43" fmla="*/ 122 h 128"/>
                <a:gd name="T44" fmla="*/ 13 w 79"/>
                <a:gd name="T45" fmla="*/ 123 h 128"/>
                <a:gd name="T46" fmla="*/ 11 w 79"/>
                <a:gd name="T47" fmla="*/ 125 h 128"/>
                <a:gd name="T48" fmla="*/ 3 w 79"/>
                <a:gd name="T49" fmla="*/ 127 h 128"/>
                <a:gd name="T50" fmla="*/ 9 w 79"/>
                <a:gd name="T51" fmla="*/ 111 h 128"/>
                <a:gd name="T52" fmla="*/ 14 w 79"/>
                <a:gd name="T53" fmla="*/ 103 h 128"/>
                <a:gd name="T54" fmla="*/ 18 w 79"/>
                <a:gd name="T55" fmla="*/ 99 h 128"/>
                <a:gd name="T56" fmla="*/ 20 w 79"/>
                <a:gd name="T57" fmla="*/ 99 h 128"/>
                <a:gd name="T58" fmla="*/ 25 w 79"/>
                <a:gd name="T59" fmla="*/ 93 h 128"/>
                <a:gd name="T60" fmla="*/ 23 w 79"/>
                <a:gd name="T61" fmla="*/ 90 h 128"/>
                <a:gd name="T62" fmla="*/ 23 w 79"/>
                <a:gd name="T63" fmla="*/ 85 h 128"/>
                <a:gd name="T64" fmla="*/ 22 w 79"/>
                <a:gd name="T65" fmla="*/ 83 h 128"/>
                <a:gd name="T66" fmla="*/ 18 w 79"/>
                <a:gd name="T67" fmla="*/ 81 h 128"/>
                <a:gd name="T68" fmla="*/ 15 w 79"/>
                <a:gd name="T69" fmla="*/ 80 h 128"/>
                <a:gd name="T70" fmla="*/ 9 w 79"/>
                <a:gd name="T71" fmla="*/ 69 h 128"/>
                <a:gd name="T72" fmla="*/ 27 w 79"/>
                <a:gd name="T73" fmla="*/ 67 h 128"/>
                <a:gd name="T74" fmla="*/ 36 w 79"/>
                <a:gd name="T75" fmla="*/ 55 h 128"/>
                <a:gd name="T76" fmla="*/ 35 w 79"/>
                <a:gd name="T77" fmla="*/ 52 h 128"/>
                <a:gd name="T78" fmla="*/ 36 w 79"/>
                <a:gd name="T79" fmla="*/ 49 h 128"/>
                <a:gd name="T80" fmla="*/ 36 w 79"/>
                <a:gd name="T81" fmla="*/ 45 h 128"/>
                <a:gd name="T82" fmla="*/ 37 w 79"/>
                <a:gd name="T83" fmla="*/ 42 h 128"/>
                <a:gd name="T84" fmla="*/ 37 w 79"/>
                <a:gd name="T85" fmla="*/ 39 h 128"/>
                <a:gd name="T86" fmla="*/ 38 w 79"/>
                <a:gd name="T87" fmla="*/ 36 h 128"/>
                <a:gd name="T88" fmla="*/ 38 w 79"/>
                <a:gd name="T89" fmla="*/ 33 h 128"/>
                <a:gd name="T90" fmla="*/ 39 w 79"/>
                <a:gd name="T91" fmla="*/ 32 h 128"/>
                <a:gd name="T92" fmla="*/ 40 w 79"/>
                <a:gd name="T93" fmla="*/ 29 h 128"/>
                <a:gd name="T94" fmla="*/ 39 w 79"/>
                <a:gd name="T95" fmla="*/ 25 h 128"/>
                <a:gd name="T96" fmla="*/ 37 w 79"/>
                <a:gd name="T97" fmla="*/ 22 h 128"/>
                <a:gd name="T98" fmla="*/ 37 w 79"/>
                <a:gd name="T99" fmla="*/ 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9" h="128">
                  <a:moveTo>
                    <a:pt x="37" y="7"/>
                  </a:moveTo>
                  <a:cubicBezTo>
                    <a:pt x="37" y="7"/>
                    <a:pt x="33" y="0"/>
                    <a:pt x="39" y="5"/>
                  </a:cubicBezTo>
                  <a:cubicBezTo>
                    <a:pt x="39" y="5"/>
                    <a:pt x="46" y="5"/>
                    <a:pt x="49" y="8"/>
                  </a:cubicBezTo>
                  <a:cubicBezTo>
                    <a:pt x="49" y="8"/>
                    <a:pt x="55" y="11"/>
                    <a:pt x="58" y="12"/>
                  </a:cubicBezTo>
                  <a:cubicBezTo>
                    <a:pt x="58" y="12"/>
                    <a:pt x="60" y="12"/>
                    <a:pt x="60" y="19"/>
                  </a:cubicBezTo>
                  <a:cubicBezTo>
                    <a:pt x="60" y="19"/>
                    <a:pt x="59" y="26"/>
                    <a:pt x="61" y="26"/>
                  </a:cubicBezTo>
                  <a:cubicBezTo>
                    <a:pt x="61" y="26"/>
                    <a:pt x="67" y="31"/>
                    <a:pt x="69" y="33"/>
                  </a:cubicBezTo>
                  <a:cubicBezTo>
                    <a:pt x="69" y="33"/>
                    <a:pt x="69" y="34"/>
                    <a:pt x="70" y="33"/>
                  </a:cubicBezTo>
                  <a:cubicBezTo>
                    <a:pt x="70" y="33"/>
                    <a:pt x="74" y="33"/>
                    <a:pt x="74" y="38"/>
                  </a:cubicBezTo>
                  <a:cubicBezTo>
                    <a:pt x="74" y="38"/>
                    <a:pt x="73" y="41"/>
                    <a:pt x="75" y="41"/>
                  </a:cubicBezTo>
                  <a:cubicBezTo>
                    <a:pt x="75" y="41"/>
                    <a:pt x="79" y="42"/>
                    <a:pt x="77" y="47"/>
                  </a:cubicBezTo>
                  <a:cubicBezTo>
                    <a:pt x="77" y="47"/>
                    <a:pt x="77" y="56"/>
                    <a:pt x="70" y="58"/>
                  </a:cubicBezTo>
                  <a:cubicBezTo>
                    <a:pt x="70" y="58"/>
                    <a:pt x="67" y="58"/>
                    <a:pt x="66" y="61"/>
                  </a:cubicBezTo>
                  <a:cubicBezTo>
                    <a:pt x="66" y="61"/>
                    <a:pt x="62" y="66"/>
                    <a:pt x="62" y="69"/>
                  </a:cubicBezTo>
                  <a:cubicBezTo>
                    <a:pt x="62" y="69"/>
                    <a:pt x="60" y="73"/>
                    <a:pt x="56" y="77"/>
                  </a:cubicBezTo>
                  <a:cubicBezTo>
                    <a:pt x="56" y="77"/>
                    <a:pt x="47" y="82"/>
                    <a:pt x="48" y="94"/>
                  </a:cubicBezTo>
                  <a:cubicBezTo>
                    <a:pt x="48" y="94"/>
                    <a:pt x="51" y="100"/>
                    <a:pt x="44" y="103"/>
                  </a:cubicBezTo>
                  <a:cubicBezTo>
                    <a:pt x="44" y="103"/>
                    <a:pt x="42" y="103"/>
                    <a:pt x="38" y="107"/>
                  </a:cubicBezTo>
                  <a:cubicBezTo>
                    <a:pt x="38" y="107"/>
                    <a:pt x="36" y="110"/>
                    <a:pt x="36" y="111"/>
                  </a:cubicBezTo>
                  <a:cubicBezTo>
                    <a:pt x="36" y="111"/>
                    <a:pt x="33" y="114"/>
                    <a:pt x="33" y="115"/>
                  </a:cubicBezTo>
                  <a:cubicBezTo>
                    <a:pt x="33" y="115"/>
                    <a:pt x="31" y="118"/>
                    <a:pt x="25" y="119"/>
                  </a:cubicBezTo>
                  <a:cubicBezTo>
                    <a:pt x="25" y="119"/>
                    <a:pt x="20" y="119"/>
                    <a:pt x="18" y="122"/>
                  </a:cubicBezTo>
                  <a:cubicBezTo>
                    <a:pt x="18" y="122"/>
                    <a:pt x="15" y="124"/>
                    <a:pt x="13" y="123"/>
                  </a:cubicBezTo>
                  <a:cubicBezTo>
                    <a:pt x="13" y="123"/>
                    <a:pt x="12" y="123"/>
                    <a:pt x="11" y="125"/>
                  </a:cubicBezTo>
                  <a:cubicBezTo>
                    <a:pt x="11" y="125"/>
                    <a:pt x="8" y="128"/>
                    <a:pt x="3" y="127"/>
                  </a:cubicBezTo>
                  <a:cubicBezTo>
                    <a:pt x="3" y="127"/>
                    <a:pt x="7" y="116"/>
                    <a:pt x="9" y="111"/>
                  </a:cubicBezTo>
                  <a:cubicBezTo>
                    <a:pt x="9" y="111"/>
                    <a:pt x="11" y="105"/>
                    <a:pt x="14" y="103"/>
                  </a:cubicBezTo>
                  <a:cubicBezTo>
                    <a:pt x="14" y="103"/>
                    <a:pt x="15" y="98"/>
                    <a:pt x="18" y="99"/>
                  </a:cubicBezTo>
                  <a:cubicBezTo>
                    <a:pt x="18" y="99"/>
                    <a:pt x="19" y="101"/>
                    <a:pt x="20" y="99"/>
                  </a:cubicBezTo>
                  <a:cubicBezTo>
                    <a:pt x="20" y="99"/>
                    <a:pt x="24" y="93"/>
                    <a:pt x="25" y="93"/>
                  </a:cubicBezTo>
                  <a:cubicBezTo>
                    <a:pt x="25" y="93"/>
                    <a:pt x="24" y="90"/>
                    <a:pt x="23" y="90"/>
                  </a:cubicBezTo>
                  <a:cubicBezTo>
                    <a:pt x="23" y="90"/>
                    <a:pt x="22" y="87"/>
                    <a:pt x="23" y="85"/>
                  </a:cubicBezTo>
                  <a:cubicBezTo>
                    <a:pt x="23" y="85"/>
                    <a:pt x="24" y="84"/>
                    <a:pt x="22" y="83"/>
                  </a:cubicBezTo>
                  <a:cubicBezTo>
                    <a:pt x="22" y="83"/>
                    <a:pt x="19" y="79"/>
                    <a:pt x="18" y="81"/>
                  </a:cubicBezTo>
                  <a:cubicBezTo>
                    <a:pt x="18" y="81"/>
                    <a:pt x="17" y="81"/>
                    <a:pt x="15" y="80"/>
                  </a:cubicBezTo>
                  <a:cubicBezTo>
                    <a:pt x="15" y="80"/>
                    <a:pt x="0" y="69"/>
                    <a:pt x="9" y="69"/>
                  </a:cubicBezTo>
                  <a:cubicBezTo>
                    <a:pt x="9" y="69"/>
                    <a:pt x="18" y="72"/>
                    <a:pt x="27" y="67"/>
                  </a:cubicBezTo>
                  <a:cubicBezTo>
                    <a:pt x="27" y="67"/>
                    <a:pt x="29" y="66"/>
                    <a:pt x="36" y="55"/>
                  </a:cubicBezTo>
                  <a:cubicBezTo>
                    <a:pt x="36" y="55"/>
                    <a:pt x="37" y="53"/>
                    <a:pt x="35" y="52"/>
                  </a:cubicBezTo>
                  <a:cubicBezTo>
                    <a:pt x="35" y="52"/>
                    <a:pt x="35" y="50"/>
                    <a:pt x="36" y="49"/>
                  </a:cubicBezTo>
                  <a:cubicBezTo>
                    <a:pt x="36" y="49"/>
                    <a:pt x="36" y="48"/>
                    <a:pt x="36" y="45"/>
                  </a:cubicBezTo>
                  <a:cubicBezTo>
                    <a:pt x="36" y="45"/>
                    <a:pt x="36" y="43"/>
                    <a:pt x="37" y="42"/>
                  </a:cubicBezTo>
                  <a:cubicBezTo>
                    <a:pt x="37" y="42"/>
                    <a:pt x="38" y="40"/>
                    <a:pt x="37" y="39"/>
                  </a:cubicBezTo>
                  <a:cubicBezTo>
                    <a:pt x="37" y="39"/>
                    <a:pt x="37" y="37"/>
                    <a:pt x="38" y="36"/>
                  </a:cubicBezTo>
                  <a:cubicBezTo>
                    <a:pt x="38" y="36"/>
                    <a:pt x="38" y="35"/>
                    <a:pt x="38" y="33"/>
                  </a:cubicBezTo>
                  <a:cubicBezTo>
                    <a:pt x="38" y="33"/>
                    <a:pt x="37" y="32"/>
                    <a:pt x="39" y="32"/>
                  </a:cubicBezTo>
                  <a:cubicBezTo>
                    <a:pt x="39" y="32"/>
                    <a:pt x="41" y="33"/>
                    <a:pt x="40" y="29"/>
                  </a:cubicBezTo>
                  <a:cubicBezTo>
                    <a:pt x="40" y="29"/>
                    <a:pt x="39" y="27"/>
                    <a:pt x="39" y="25"/>
                  </a:cubicBezTo>
                  <a:cubicBezTo>
                    <a:pt x="37" y="22"/>
                    <a:pt x="37" y="22"/>
                    <a:pt x="37" y="22"/>
                  </a:cubicBezTo>
                  <a:lnTo>
                    <a:pt x="37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DC49D4D7-5F50-234B-8FB7-E8106B4DD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2138"/>
              <a:ext cx="63" cy="70"/>
            </a:xfrm>
            <a:custGeom>
              <a:avLst/>
              <a:gdLst>
                <a:gd name="T0" fmla="*/ 3 w 33"/>
                <a:gd name="T1" fmla="*/ 8 h 36"/>
                <a:gd name="T2" fmla="*/ 7 w 33"/>
                <a:gd name="T3" fmla="*/ 3 h 36"/>
                <a:gd name="T4" fmla="*/ 13 w 33"/>
                <a:gd name="T5" fmla="*/ 4 h 36"/>
                <a:gd name="T6" fmla="*/ 23 w 33"/>
                <a:gd name="T7" fmla="*/ 12 h 36"/>
                <a:gd name="T8" fmla="*/ 30 w 33"/>
                <a:gd name="T9" fmla="*/ 18 h 36"/>
                <a:gd name="T10" fmla="*/ 31 w 33"/>
                <a:gd name="T11" fmla="*/ 25 h 36"/>
                <a:gd name="T12" fmla="*/ 30 w 33"/>
                <a:gd name="T13" fmla="*/ 28 h 36"/>
                <a:gd name="T14" fmla="*/ 28 w 33"/>
                <a:gd name="T15" fmla="*/ 31 h 36"/>
                <a:gd name="T16" fmla="*/ 19 w 33"/>
                <a:gd name="T17" fmla="*/ 34 h 36"/>
                <a:gd name="T18" fmla="*/ 12 w 33"/>
                <a:gd name="T19" fmla="*/ 33 h 36"/>
                <a:gd name="T20" fmla="*/ 8 w 33"/>
                <a:gd name="T21" fmla="*/ 30 h 36"/>
                <a:gd name="T22" fmla="*/ 5 w 33"/>
                <a:gd name="T23" fmla="*/ 29 h 36"/>
                <a:gd name="T24" fmla="*/ 2 w 33"/>
                <a:gd name="T25" fmla="*/ 25 h 36"/>
                <a:gd name="T26" fmla="*/ 2 w 33"/>
                <a:gd name="T27" fmla="*/ 19 h 36"/>
                <a:gd name="T28" fmla="*/ 3 w 33"/>
                <a:gd name="T29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" h="36">
                  <a:moveTo>
                    <a:pt x="3" y="8"/>
                  </a:moveTo>
                  <a:cubicBezTo>
                    <a:pt x="3" y="8"/>
                    <a:pt x="4" y="0"/>
                    <a:pt x="7" y="3"/>
                  </a:cubicBezTo>
                  <a:cubicBezTo>
                    <a:pt x="7" y="3"/>
                    <a:pt x="10" y="4"/>
                    <a:pt x="13" y="4"/>
                  </a:cubicBezTo>
                  <a:cubicBezTo>
                    <a:pt x="13" y="4"/>
                    <a:pt x="19" y="7"/>
                    <a:pt x="23" y="12"/>
                  </a:cubicBezTo>
                  <a:cubicBezTo>
                    <a:pt x="23" y="12"/>
                    <a:pt x="28" y="17"/>
                    <a:pt x="30" y="18"/>
                  </a:cubicBezTo>
                  <a:cubicBezTo>
                    <a:pt x="30" y="18"/>
                    <a:pt x="33" y="20"/>
                    <a:pt x="31" y="25"/>
                  </a:cubicBezTo>
                  <a:cubicBezTo>
                    <a:pt x="31" y="25"/>
                    <a:pt x="29" y="27"/>
                    <a:pt x="30" y="28"/>
                  </a:cubicBezTo>
                  <a:cubicBezTo>
                    <a:pt x="30" y="28"/>
                    <a:pt x="29" y="30"/>
                    <a:pt x="28" y="31"/>
                  </a:cubicBezTo>
                  <a:cubicBezTo>
                    <a:pt x="28" y="31"/>
                    <a:pt x="24" y="36"/>
                    <a:pt x="19" y="34"/>
                  </a:cubicBezTo>
                  <a:cubicBezTo>
                    <a:pt x="19" y="34"/>
                    <a:pt x="15" y="34"/>
                    <a:pt x="12" y="33"/>
                  </a:cubicBezTo>
                  <a:cubicBezTo>
                    <a:pt x="12" y="33"/>
                    <a:pt x="9" y="32"/>
                    <a:pt x="8" y="30"/>
                  </a:cubicBezTo>
                  <a:cubicBezTo>
                    <a:pt x="8" y="30"/>
                    <a:pt x="6" y="29"/>
                    <a:pt x="5" y="29"/>
                  </a:cubicBezTo>
                  <a:cubicBezTo>
                    <a:pt x="5" y="29"/>
                    <a:pt x="4" y="29"/>
                    <a:pt x="2" y="25"/>
                  </a:cubicBezTo>
                  <a:cubicBezTo>
                    <a:pt x="2" y="25"/>
                    <a:pt x="0" y="23"/>
                    <a:pt x="2" y="19"/>
                  </a:cubicBezTo>
                  <a:cubicBezTo>
                    <a:pt x="2" y="19"/>
                    <a:pt x="4" y="14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3887D3F7-7298-BE47-8FFA-D0BF45BBA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2064"/>
              <a:ext cx="36" cy="142"/>
            </a:xfrm>
            <a:custGeom>
              <a:avLst/>
              <a:gdLst>
                <a:gd name="T0" fmla="*/ 0 w 19"/>
                <a:gd name="T1" fmla="*/ 48 h 73"/>
                <a:gd name="T2" fmla="*/ 1 w 19"/>
                <a:gd name="T3" fmla="*/ 27 h 73"/>
                <a:gd name="T4" fmla="*/ 1 w 19"/>
                <a:gd name="T5" fmla="*/ 24 h 73"/>
                <a:gd name="T6" fmla="*/ 1 w 19"/>
                <a:gd name="T7" fmla="*/ 12 h 73"/>
                <a:gd name="T8" fmla="*/ 3 w 19"/>
                <a:gd name="T9" fmla="*/ 10 h 73"/>
                <a:gd name="T10" fmla="*/ 3 w 19"/>
                <a:gd name="T11" fmla="*/ 7 h 73"/>
                <a:gd name="T12" fmla="*/ 3 w 19"/>
                <a:gd name="T13" fmla="*/ 5 h 73"/>
                <a:gd name="T14" fmla="*/ 7 w 19"/>
                <a:gd name="T15" fmla="*/ 3 h 73"/>
                <a:gd name="T16" fmla="*/ 6 w 19"/>
                <a:gd name="T17" fmla="*/ 8 h 73"/>
                <a:gd name="T18" fmla="*/ 9 w 19"/>
                <a:gd name="T19" fmla="*/ 26 h 73"/>
                <a:gd name="T20" fmla="*/ 11 w 19"/>
                <a:gd name="T21" fmla="*/ 30 h 73"/>
                <a:gd name="T22" fmla="*/ 14 w 19"/>
                <a:gd name="T23" fmla="*/ 37 h 73"/>
                <a:gd name="T24" fmla="*/ 14 w 19"/>
                <a:gd name="T25" fmla="*/ 42 h 73"/>
                <a:gd name="T26" fmla="*/ 15 w 19"/>
                <a:gd name="T27" fmla="*/ 43 h 73"/>
                <a:gd name="T28" fmla="*/ 17 w 19"/>
                <a:gd name="T29" fmla="*/ 45 h 73"/>
                <a:gd name="T30" fmla="*/ 16 w 19"/>
                <a:gd name="T31" fmla="*/ 54 h 73"/>
                <a:gd name="T32" fmla="*/ 17 w 19"/>
                <a:gd name="T33" fmla="*/ 57 h 73"/>
                <a:gd name="T34" fmla="*/ 18 w 19"/>
                <a:gd name="T35" fmla="*/ 59 h 73"/>
                <a:gd name="T36" fmla="*/ 18 w 19"/>
                <a:gd name="T37" fmla="*/ 61 h 73"/>
                <a:gd name="T38" fmla="*/ 18 w 19"/>
                <a:gd name="T39" fmla="*/ 70 h 73"/>
                <a:gd name="T40" fmla="*/ 13 w 19"/>
                <a:gd name="T41" fmla="*/ 71 h 73"/>
                <a:gd name="T42" fmla="*/ 0 w 19"/>
                <a:gd name="T43" fmla="*/ 4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73">
                  <a:moveTo>
                    <a:pt x="0" y="48"/>
                  </a:moveTo>
                  <a:cubicBezTo>
                    <a:pt x="0" y="48"/>
                    <a:pt x="0" y="28"/>
                    <a:pt x="1" y="27"/>
                  </a:cubicBezTo>
                  <a:cubicBezTo>
                    <a:pt x="1" y="27"/>
                    <a:pt x="1" y="26"/>
                    <a:pt x="1" y="24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2" y="11"/>
                    <a:pt x="3" y="10"/>
                  </a:cubicBezTo>
                  <a:cubicBezTo>
                    <a:pt x="3" y="10"/>
                    <a:pt x="2" y="7"/>
                    <a:pt x="3" y="7"/>
                  </a:cubicBezTo>
                  <a:cubicBezTo>
                    <a:pt x="3" y="7"/>
                    <a:pt x="3" y="6"/>
                    <a:pt x="3" y="5"/>
                  </a:cubicBezTo>
                  <a:cubicBezTo>
                    <a:pt x="3" y="5"/>
                    <a:pt x="4" y="0"/>
                    <a:pt x="7" y="3"/>
                  </a:cubicBezTo>
                  <a:cubicBezTo>
                    <a:pt x="7" y="3"/>
                    <a:pt x="8" y="5"/>
                    <a:pt x="6" y="8"/>
                  </a:cubicBezTo>
                  <a:cubicBezTo>
                    <a:pt x="6" y="8"/>
                    <a:pt x="3" y="11"/>
                    <a:pt x="9" y="26"/>
                  </a:cubicBezTo>
                  <a:cubicBezTo>
                    <a:pt x="9" y="26"/>
                    <a:pt x="9" y="28"/>
                    <a:pt x="11" y="30"/>
                  </a:cubicBezTo>
                  <a:cubicBezTo>
                    <a:pt x="11" y="30"/>
                    <a:pt x="14" y="32"/>
                    <a:pt x="14" y="37"/>
                  </a:cubicBezTo>
                  <a:cubicBezTo>
                    <a:pt x="14" y="37"/>
                    <a:pt x="14" y="40"/>
                    <a:pt x="14" y="42"/>
                  </a:cubicBezTo>
                  <a:cubicBezTo>
                    <a:pt x="14" y="42"/>
                    <a:pt x="12" y="44"/>
                    <a:pt x="15" y="43"/>
                  </a:cubicBezTo>
                  <a:cubicBezTo>
                    <a:pt x="15" y="43"/>
                    <a:pt x="17" y="43"/>
                    <a:pt x="17" y="45"/>
                  </a:cubicBezTo>
                  <a:cubicBezTo>
                    <a:pt x="17" y="45"/>
                    <a:pt x="16" y="52"/>
                    <a:pt x="16" y="54"/>
                  </a:cubicBezTo>
                  <a:cubicBezTo>
                    <a:pt x="16" y="54"/>
                    <a:pt x="18" y="56"/>
                    <a:pt x="17" y="57"/>
                  </a:cubicBezTo>
                  <a:cubicBezTo>
                    <a:pt x="17" y="57"/>
                    <a:pt x="17" y="58"/>
                    <a:pt x="18" y="59"/>
                  </a:cubicBezTo>
                  <a:cubicBezTo>
                    <a:pt x="18" y="59"/>
                    <a:pt x="18" y="59"/>
                    <a:pt x="18" y="61"/>
                  </a:cubicBezTo>
                  <a:cubicBezTo>
                    <a:pt x="18" y="61"/>
                    <a:pt x="19" y="69"/>
                    <a:pt x="18" y="70"/>
                  </a:cubicBezTo>
                  <a:cubicBezTo>
                    <a:pt x="18" y="70"/>
                    <a:pt x="16" y="73"/>
                    <a:pt x="13" y="71"/>
                  </a:cubicBezTo>
                  <a:cubicBezTo>
                    <a:pt x="13" y="71"/>
                    <a:pt x="3" y="62"/>
                    <a:pt x="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952E9AB3-32C9-B54C-876D-E3630FB4C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985"/>
              <a:ext cx="35" cy="60"/>
            </a:xfrm>
            <a:custGeom>
              <a:avLst/>
              <a:gdLst>
                <a:gd name="T0" fmla="*/ 7 w 18"/>
                <a:gd name="T1" fmla="*/ 5 h 31"/>
                <a:gd name="T2" fmla="*/ 8 w 18"/>
                <a:gd name="T3" fmla="*/ 2 h 31"/>
                <a:gd name="T4" fmla="*/ 11 w 18"/>
                <a:gd name="T5" fmla="*/ 3 h 31"/>
                <a:gd name="T6" fmla="*/ 18 w 18"/>
                <a:gd name="T7" fmla="*/ 25 h 31"/>
                <a:gd name="T8" fmla="*/ 11 w 18"/>
                <a:gd name="T9" fmla="*/ 28 h 31"/>
                <a:gd name="T10" fmla="*/ 7 w 18"/>
                <a:gd name="T11" fmla="*/ 25 h 31"/>
                <a:gd name="T12" fmla="*/ 2 w 18"/>
                <a:gd name="T13" fmla="*/ 25 h 31"/>
                <a:gd name="T14" fmla="*/ 2 w 18"/>
                <a:gd name="T15" fmla="*/ 22 h 31"/>
                <a:gd name="T16" fmla="*/ 7 w 18"/>
                <a:gd name="T17" fmla="*/ 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31">
                  <a:moveTo>
                    <a:pt x="7" y="5"/>
                  </a:moveTo>
                  <a:cubicBezTo>
                    <a:pt x="7" y="5"/>
                    <a:pt x="6" y="4"/>
                    <a:pt x="8" y="2"/>
                  </a:cubicBezTo>
                  <a:cubicBezTo>
                    <a:pt x="8" y="2"/>
                    <a:pt x="10" y="0"/>
                    <a:pt x="11" y="3"/>
                  </a:cubicBezTo>
                  <a:cubicBezTo>
                    <a:pt x="11" y="3"/>
                    <a:pt x="18" y="18"/>
                    <a:pt x="18" y="25"/>
                  </a:cubicBezTo>
                  <a:cubicBezTo>
                    <a:pt x="18" y="25"/>
                    <a:pt x="17" y="31"/>
                    <a:pt x="11" y="28"/>
                  </a:cubicBezTo>
                  <a:cubicBezTo>
                    <a:pt x="11" y="28"/>
                    <a:pt x="9" y="27"/>
                    <a:pt x="7" y="25"/>
                  </a:cubicBezTo>
                  <a:cubicBezTo>
                    <a:pt x="7" y="25"/>
                    <a:pt x="5" y="26"/>
                    <a:pt x="2" y="25"/>
                  </a:cubicBezTo>
                  <a:cubicBezTo>
                    <a:pt x="2" y="25"/>
                    <a:pt x="0" y="24"/>
                    <a:pt x="2" y="22"/>
                  </a:cubicBezTo>
                  <a:cubicBezTo>
                    <a:pt x="2" y="22"/>
                    <a:pt x="7" y="13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78B4E8D-3B12-A94E-8231-1B838053D1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9" y="1956"/>
              <a:ext cx="218" cy="246"/>
            </a:xfrm>
            <a:custGeom>
              <a:avLst/>
              <a:gdLst>
                <a:gd name="T0" fmla="*/ 98 w 114"/>
                <a:gd name="T1" fmla="*/ 50 h 127"/>
                <a:gd name="T2" fmla="*/ 110 w 114"/>
                <a:gd name="T3" fmla="*/ 70 h 127"/>
                <a:gd name="T4" fmla="*/ 98 w 114"/>
                <a:gd name="T5" fmla="*/ 83 h 127"/>
                <a:gd name="T6" fmla="*/ 82 w 114"/>
                <a:gd name="T7" fmla="*/ 103 h 127"/>
                <a:gd name="T8" fmla="*/ 83 w 114"/>
                <a:gd name="T9" fmla="*/ 119 h 127"/>
                <a:gd name="T10" fmla="*/ 79 w 114"/>
                <a:gd name="T11" fmla="*/ 85 h 127"/>
                <a:gd name="T12" fmla="*/ 97 w 114"/>
                <a:gd name="T13" fmla="*/ 64 h 127"/>
                <a:gd name="T14" fmla="*/ 88 w 114"/>
                <a:gd name="T15" fmla="*/ 51 h 127"/>
                <a:gd name="T16" fmla="*/ 79 w 114"/>
                <a:gd name="T17" fmla="*/ 45 h 127"/>
                <a:gd name="T18" fmla="*/ 38 w 114"/>
                <a:gd name="T19" fmla="*/ 47 h 127"/>
                <a:gd name="T20" fmla="*/ 53 w 114"/>
                <a:gd name="T21" fmla="*/ 40 h 127"/>
                <a:gd name="T22" fmla="*/ 54 w 114"/>
                <a:gd name="T23" fmla="*/ 3 h 127"/>
                <a:gd name="T24" fmla="*/ 61 w 114"/>
                <a:gd name="T25" fmla="*/ 3 h 127"/>
                <a:gd name="T26" fmla="*/ 67 w 114"/>
                <a:gd name="T27" fmla="*/ 27 h 127"/>
                <a:gd name="T28" fmla="*/ 69 w 114"/>
                <a:gd name="T29" fmla="*/ 43 h 127"/>
                <a:gd name="T30" fmla="*/ 79 w 114"/>
                <a:gd name="T31" fmla="*/ 49 h 127"/>
                <a:gd name="T32" fmla="*/ 71 w 114"/>
                <a:gd name="T33" fmla="*/ 53 h 127"/>
                <a:gd name="T34" fmla="*/ 76 w 114"/>
                <a:gd name="T35" fmla="*/ 64 h 127"/>
                <a:gd name="T36" fmla="*/ 72 w 114"/>
                <a:gd name="T37" fmla="*/ 73 h 127"/>
                <a:gd name="T38" fmla="*/ 62 w 114"/>
                <a:gd name="T39" fmla="*/ 95 h 127"/>
                <a:gd name="T40" fmla="*/ 77 w 114"/>
                <a:gd name="T41" fmla="*/ 88 h 127"/>
                <a:gd name="T42" fmla="*/ 79 w 114"/>
                <a:gd name="T43" fmla="*/ 120 h 127"/>
                <a:gd name="T44" fmla="*/ 65 w 114"/>
                <a:gd name="T45" fmla="*/ 120 h 127"/>
                <a:gd name="T46" fmla="*/ 54 w 114"/>
                <a:gd name="T47" fmla="*/ 119 h 127"/>
                <a:gd name="T48" fmla="*/ 33 w 114"/>
                <a:gd name="T49" fmla="*/ 115 h 127"/>
                <a:gd name="T50" fmla="*/ 38 w 114"/>
                <a:gd name="T51" fmla="*/ 109 h 127"/>
                <a:gd name="T52" fmla="*/ 49 w 114"/>
                <a:gd name="T53" fmla="*/ 98 h 127"/>
                <a:gd name="T54" fmla="*/ 50 w 114"/>
                <a:gd name="T55" fmla="*/ 84 h 127"/>
                <a:gd name="T56" fmla="*/ 43 w 114"/>
                <a:gd name="T57" fmla="*/ 67 h 127"/>
                <a:gd name="T58" fmla="*/ 51 w 114"/>
                <a:gd name="T59" fmla="*/ 61 h 127"/>
                <a:gd name="T60" fmla="*/ 53 w 114"/>
                <a:gd name="T61" fmla="*/ 50 h 127"/>
                <a:gd name="T62" fmla="*/ 35 w 114"/>
                <a:gd name="T63" fmla="*/ 59 h 127"/>
                <a:gd name="T64" fmla="*/ 33 w 114"/>
                <a:gd name="T65" fmla="*/ 51 h 127"/>
                <a:gd name="T66" fmla="*/ 0 w 114"/>
                <a:gd name="T67" fmla="*/ 78 h 127"/>
                <a:gd name="T68" fmla="*/ 0 w 114"/>
                <a:gd name="T69" fmla="*/ 76 h 127"/>
                <a:gd name="T70" fmla="*/ 13 w 114"/>
                <a:gd name="T71" fmla="*/ 63 h 127"/>
                <a:gd name="T72" fmla="*/ 33 w 114"/>
                <a:gd name="T73" fmla="*/ 51 h 127"/>
                <a:gd name="T74" fmla="*/ 30 w 114"/>
                <a:gd name="T75" fmla="*/ 63 h 127"/>
                <a:gd name="T76" fmla="*/ 18 w 114"/>
                <a:gd name="T77" fmla="*/ 69 h 127"/>
                <a:gd name="T78" fmla="*/ 12 w 114"/>
                <a:gd name="T79" fmla="*/ 86 h 127"/>
                <a:gd name="T80" fmla="*/ 26 w 114"/>
                <a:gd name="T81" fmla="*/ 106 h 127"/>
                <a:gd name="T82" fmla="*/ 33 w 114"/>
                <a:gd name="T83" fmla="*/ 115 h 127"/>
                <a:gd name="T84" fmla="*/ 13 w 114"/>
                <a:gd name="T85" fmla="*/ 98 h 127"/>
                <a:gd name="T86" fmla="*/ 3 w 114"/>
                <a:gd name="T87" fmla="*/ 82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4" h="127">
                  <a:moveTo>
                    <a:pt x="79" y="45"/>
                  </a:moveTo>
                  <a:cubicBezTo>
                    <a:pt x="86" y="47"/>
                    <a:pt x="95" y="49"/>
                    <a:pt x="98" y="50"/>
                  </a:cubicBezTo>
                  <a:cubicBezTo>
                    <a:pt x="98" y="50"/>
                    <a:pt x="106" y="52"/>
                    <a:pt x="112" y="63"/>
                  </a:cubicBezTo>
                  <a:cubicBezTo>
                    <a:pt x="112" y="63"/>
                    <a:pt x="114" y="64"/>
                    <a:pt x="110" y="70"/>
                  </a:cubicBezTo>
                  <a:cubicBezTo>
                    <a:pt x="110" y="70"/>
                    <a:pt x="106" y="75"/>
                    <a:pt x="101" y="77"/>
                  </a:cubicBezTo>
                  <a:cubicBezTo>
                    <a:pt x="101" y="77"/>
                    <a:pt x="99" y="78"/>
                    <a:pt x="98" y="83"/>
                  </a:cubicBezTo>
                  <a:cubicBezTo>
                    <a:pt x="98" y="83"/>
                    <a:pt x="91" y="93"/>
                    <a:pt x="87" y="95"/>
                  </a:cubicBezTo>
                  <a:cubicBezTo>
                    <a:pt x="87" y="95"/>
                    <a:pt x="81" y="97"/>
                    <a:pt x="82" y="103"/>
                  </a:cubicBezTo>
                  <a:cubicBezTo>
                    <a:pt x="82" y="103"/>
                    <a:pt x="88" y="109"/>
                    <a:pt x="86" y="117"/>
                  </a:cubicBezTo>
                  <a:cubicBezTo>
                    <a:pt x="86" y="117"/>
                    <a:pt x="86" y="119"/>
                    <a:pt x="83" y="119"/>
                  </a:cubicBezTo>
                  <a:cubicBezTo>
                    <a:pt x="83" y="119"/>
                    <a:pt x="82" y="119"/>
                    <a:pt x="79" y="120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3" y="81"/>
                    <a:pt x="89" y="76"/>
                    <a:pt x="89" y="76"/>
                  </a:cubicBezTo>
                  <a:cubicBezTo>
                    <a:pt x="90" y="73"/>
                    <a:pt x="97" y="64"/>
                    <a:pt x="97" y="64"/>
                  </a:cubicBezTo>
                  <a:cubicBezTo>
                    <a:pt x="98" y="63"/>
                    <a:pt x="97" y="59"/>
                    <a:pt x="97" y="59"/>
                  </a:cubicBezTo>
                  <a:cubicBezTo>
                    <a:pt x="97" y="57"/>
                    <a:pt x="88" y="51"/>
                    <a:pt x="88" y="51"/>
                  </a:cubicBezTo>
                  <a:cubicBezTo>
                    <a:pt x="87" y="50"/>
                    <a:pt x="83" y="50"/>
                    <a:pt x="79" y="49"/>
                  </a:cubicBezTo>
                  <a:lnTo>
                    <a:pt x="79" y="45"/>
                  </a:lnTo>
                  <a:close/>
                  <a:moveTo>
                    <a:pt x="33" y="51"/>
                  </a:moveTo>
                  <a:cubicBezTo>
                    <a:pt x="35" y="50"/>
                    <a:pt x="37" y="48"/>
                    <a:pt x="38" y="47"/>
                  </a:cubicBezTo>
                  <a:cubicBezTo>
                    <a:pt x="38" y="47"/>
                    <a:pt x="42" y="44"/>
                    <a:pt x="46" y="43"/>
                  </a:cubicBezTo>
                  <a:cubicBezTo>
                    <a:pt x="46" y="43"/>
                    <a:pt x="53" y="42"/>
                    <a:pt x="53" y="40"/>
                  </a:cubicBezTo>
                  <a:cubicBezTo>
                    <a:pt x="53" y="40"/>
                    <a:pt x="54" y="34"/>
                    <a:pt x="54" y="32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3"/>
                    <a:pt x="54" y="0"/>
                    <a:pt x="57" y="2"/>
                  </a:cubicBezTo>
                  <a:cubicBezTo>
                    <a:pt x="57" y="2"/>
                    <a:pt x="58" y="4"/>
                    <a:pt x="61" y="3"/>
                  </a:cubicBezTo>
                  <a:cubicBezTo>
                    <a:pt x="61" y="3"/>
                    <a:pt x="64" y="3"/>
                    <a:pt x="65" y="10"/>
                  </a:cubicBezTo>
                  <a:cubicBezTo>
                    <a:pt x="65" y="10"/>
                    <a:pt x="67" y="19"/>
                    <a:pt x="67" y="27"/>
                  </a:cubicBezTo>
                  <a:cubicBezTo>
                    <a:pt x="67" y="27"/>
                    <a:pt x="67" y="37"/>
                    <a:pt x="67" y="39"/>
                  </a:cubicBezTo>
                  <a:cubicBezTo>
                    <a:pt x="67" y="39"/>
                    <a:pt x="66" y="42"/>
                    <a:pt x="69" y="43"/>
                  </a:cubicBezTo>
                  <a:cubicBezTo>
                    <a:pt x="69" y="43"/>
                    <a:pt x="74" y="44"/>
                    <a:pt x="79" y="45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6" y="48"/>
                    <a:pt x="73" y="48"/>
                    <a:pt x="73" y="48"/>
                  </a:cubicBezTo>
                  <a:cubicBezTo>
                    <a:pt x="67" y="47"/>
                    <a:pt x="71" y="53"/>
                    <a:pt x="71" y="53"/>
                  </a:cubicBezTo>
                  <a:cubicBezTo>
                    <a:pt x="72" y="55"/>
                    <a:pt x="74" y="60"/>
                    <a:pt x="74" y="60"/>
                  </a:cubicBezTo>
                  <a:cubicBezTo>
                    <a:pt x="74" y="63"/>
                    <a:pt x="76" y="64"/>
                    <a:pt x="76" y="64"/>
                  </a:cubicBezTo>
                  <a:cubicBezTo>
                    <a:pt x="78" y="67"/>
                    <a:pt x="75" y="70"/>
                    <a:pt x="75" y="70"/>
                  </a:cubicBezTo>
                  <a:cubicBezTo>
                    <a:pt x="74" y="71"/>
                    <a:pt x="72" y="73"/>
                    <a:pt x="72" y="73"/>
                  </a:cubicBezTo>
                  <a:cubicBezTo>
                    <a:pt x="70" y="79"/>
                    <a:pt x="64" y="83"/>
                    <a:pt x="64" y="83"/>
                  </a:cubicBezTo>
                  <a:cubicBezTo>
                    <a:pt x="59" y="86"/>
                    <a:pt x="62" y="95"/>
                    <a:pt x="62" y="95"/>
                  </a:cubicBezTo>
                  <a:cubicBezTo>
                    <a:pt x="64" y="101"/>
                    <a:pt x="73" y="91"/>
                    <a:pt x="73" y="91"/>
                  </a:cubicBezTo>
                  <a:cubicBezTo>
                    <a:pt x="75" y="89"/>
                    <a:pt x="77" y="88"/>
                    <a:pt x="77" y="88"/>
                  </a:cubicBezTo>
                  <a:cubicBezTo>
                    <a:pt x="77" y="88"/>
                    <a:pt x="78" y="86"/>
                    <a:pt x="79" y="85"/>
                  </a:cubicBezTo>
                  <a:cubicBezTo>
                    <a:pt x="79" y="120"/>
                    <a:pt x="79" y="120"/>
                    <a:pt x="79" y="120"/>
                  </a:cubicBezTo>
                  <a:cubicBezTo>
                    <a:pt x="79" y="120"/>
                    <a:pt x="77" y="120"/>
                    <a:pt x="76" y="120"/>
                  </a:cubicBezTo>
                  <a:cubicBezTo>
                    <a:pt x="76" y="120"/>
                    <a:pt x="70" y="121"/>
                    <a:pt x="65" y="120"/>
                  </a:cubicBezTo>
                  <a:cubicBezTo>
                    <a:pt x="65" y="120"/>
                    <a:pt x="61" y="120"/>
                    <a:pt x="57" y="119"/>
                  </a:cubicBezTo>
                  <a:cubicBezTo>
                    <a:pt x="57" y="119"/>
                    <a:pt x="56" y="118"/>
                    <a:pt x="54" y="119"/>
                  </a:cubicBezTo>
                  <a:cubicBezTo>
                    <a:pt x="54" y="119"/>
                    <a:pt x="44" y="127"/>
                    <a:pt x="36" y="118"/>
                  </a:cubicBezTo>
                  <a:cubicBezTo>
                    <a:pt x="36" y="118"/>
                    <a:pt x="34" y="116"/>
                    <a:pt x="33" y="115"/>
                  </a:cubicBezTo>
                  <a:cubicBezTo>
                    <a:pt x="33" y="108"/>
                    <a:pt x="33" y="108"/>
                    <a:pt x="33" y="108"/>
                  </a:cubicBezTo>
                  <a:cubicBezTo>
                    <a:pt x="34" y="109"/>
                    <a:pt x="36" y="109"/>
                    <a:pt x="38" y="109"/>
                  </a:cubicBezTo>
                  <a:cubicBezTo>
                    <a:pt x="45" y="109"/>
                    <a:pt x="46" y="103"/>
                    <a:pt x="46" y="103"/>
                  </a:cubicBezTo>
                  <a:cubicBezTo>
                    <a:pt x="45" y="101"/>
                    <a:pt x="49" y="98"/>
                    <a:pt x="49" y="98"/>
                  </a:cubicBezTo>
                  <a:cubicBezTo>
                    <a:pt x="51" y="96"/>
                    <a:pt x="51" y="94"/>
                    <a:pt x="51" y="94"/>
                  </a:cubicBezTo>
                  <a:cubicBezTo>
                    <a:pt x="50" y="91"/>
                    <a:pt x="50" y="84"/>
                    <a:pt x="50" y="84"/>
                  </a:cubicBezTo>
                  <a:cubicBezTo>
                    <a:pt x="47" y="82"/>
                    <a:pt x="41" y="75"/>
                    <a:pt x="41" y="75"/>
                  </a:cubicBezTo>
                  <a:cubicBezTo>
                    <a:pt x="37" y="67"/>
                    <a:pt x="43" y="67"/>
                    <a:pt x="43" y="67"/>
                  </a:cubicBezTo>
                  <a:cubicBezTo>
                    <a:pt x="46" y="68"/>
                    <a:pt x="47" y="67"/>
                    <a:pt x="47" y="67"/>
                  </a:cubicBezTo>
                  <a:cubicBezTo>
                    <a:pt x="51" y="67"/>
                    <a:pt x="51" y="61"/>
                    <a:pt x="51" y="61"/>
                  </a:cubicBezTo>
                  <a:cubicBezTo>
                    <a:pt x="51" y="58"/>
                    <a:pt x="52" y="56"/>
                    <a:pt x="52" y="56"/>
                  </a:cubicBezTo>
                  <a:cubicBezTo>
                    <a:pt x="54" y="50"/>
                    <a:pt x="53" y="50"/>
                    <a:pt x="53" y="50"/>
                  </a:cubicBezTo>
                  <a:cubicBezTo>
                    <a:pt x="50" y="45"/>
                    <a:pt x="47" y="50"/>
                    <a:pt x="47" y="50"/>
                  </a:cubicBezTo>
                  <a:cubicBezTo>
                    <a:pt x="45" y="53"/>
                    <a:pt x="35" y="59"/>
                    <a:pt x="35" y="59"/>
                  </a:cubicBezTo>
                  <a:cubicBezTo>
                    <a:pt x="34" y="59"/>
                    <a:pt x="33" y="60"/>
                    <a:pt x="33" y="60"/>
                  </a:cubicBezTo>
                  <a:lnTo>
                    <a:pt x="33" y="51"/>
                  </a:lnTo>
                  <a:close/>
                  <a:moveTo>
                    <a:pt x="3" y="82"/>
                  </a:moveTo>
                  <a:cubicBezTo>
                    <a:pt x="3" y="82"/>
                    <a:pt x="0" y="81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7"/>
                    <a:pt x="0" y="77"/>
                    <a:pt x="0" y="76"/>
                  </a:cubicBezTo>
                  <a:cubicBezTo>
                    <a:pt x="0" y="76"/>
                    <a:pt x="0" y="74"/>
                    <a:pt x="5" y="69"/>
                  </a:cubicBezTo>
                  <a:cubicBezTo>
                    <a:pt x="5" y="69"/>
                    <a:pt x="9" y="65"/>
                    <a:pt x="13" y="63"/>
                  </a:cubicBezTo>
                  <a:cubicBezTo>
                    <a:pt x="13" y="63"/>
                    <a:pt x="22" y="57"/>
                    <a:pt x="28" y="55"/>
                  </a:cubicBezTo>
                  <a:cubicBezTo>
                    <a:pt x="28" y="55"/>
                    <a:pt x="30" y="53"/>
                    <a:pt x="33" y="51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1" y="62"/>
                    <a:pt x="30" y="63"/>
                    <a:pt x="30" y="63"/>
                  </a:cubicBezTo>
                  <a:cubicBezTo>
                    <a:pt x="26" y="62"/>
                    <a:pt x="22" y="65"/>
                    <a:pt x="22" y="65"/>
                  </a:cubicBezTo>
                  <a:cubicBezTo>
                    <a:pt x="17" y="67"/>
                    <a:pt x="18" y="69"/>
                    <a:pt x="18" y="69"/>
                  </a:cubicBezTo>
                  <a:cubicBezTo>
                    <a:pt x="17" y="72"/>
                    <a:pt x="14" y="78"/>
                    <a:pt x="14" y="78"/>
                  </a:cubicBezTo>
                  <a:cubicBezTo>
                    <a:pt x="13" y="79"/>
                    <a:pt x="12" y="84"/>
                    <a:pt x="12" y="86"/>
                  </a:cubicBezTo>
                  <a:cubicBezTo>
                    <a:pt x="12" y="86"/>
                    <a:pt x="14" y="92"/>
                    <a:pt x="14" y="92"/>
                  </a:cubicBezTo>
                  <a:cubicBezTo>
                    <a:pt x="16" y="97"/>
                    <a:pt x="26" y="106"/>
                    <a:pt x="26" y="106"/>
                  </a:cubicBezTo>
                  <a:cubicBezTo>
                    <a:pt x="28" y="107"/>
                    <a:pt x="30" y="108"/>
                    <a:pt x="33" y="108"/>
                  </a:cubicBezTo>
                  <a:cubicBezTo>
                    <a:pt x="33" y="115"/>
                    <a:pt x="33" y="115"/>
                    <a:pt x="33" y="115"/>
                  </a:cubicBezTo>
                  <a:cubicBezTo>
                    <a:pt x="31" y="113"/>
                    <a:pt x="29" y="111"/>
                    <a:pt x="27" y="111"/>
                  </a:cubicBezTo>
                  <a:cubicBezTo>
                    <a:pt x="27" y="111"/>
                    <a:pt x="17" y="102"/>
                    <a:pt x="13" y="98"/>
                  </a:cubicBezTo>
                  <a:cubicBezTo>
                    <a:pt x="13" y="98"/>
                    <a:pt x="7" y="92"/>
                    <a:pt x="7" y="87"/>
                  </a:cubicBezTo>
                  <a:cubicBezTo>
                    <a:pt x="7" y="87"/>
                    <a:pt x="6" y="82"/>
                    <a:pt x="3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7C3BE804-D15A-DD44-BD91-BEF287F07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1954"/>
              <a:ext cx="212" cy="261"/>
            </a:xfrm>
            <a:custGeom>
              <a:avLst/>
              <a:gdLst>
                <a:gd name="T0" fmla="*/ 92 w 111"/>
                <a:gd name="T1" fmla="*/ 4 h 135"/>
                <a:gd name="T2" fmla="*/ 108 w 111"/>
                <a:gd name="T3" fmla="*/ 13 h 135"/>
                <a:gd name="T4" fmla="*/ 106 w 111"/>
                <a:gd name="T5" fmla="*/ 20 h 135"/>
                <a:gd name="T6" fmla="*/ 98 w 111"/>
                <a:gd name="T7" fmla="*/ 25 h 135"/>
                <a:gd name="T8" fmla="*/ 93 w 111"/>
                <a:gd name="T9" fmla="*/ 28 h 135"/>
                <a:gd name="T10" fmla="*/ 68 w 111"/>
                <a:gd name="T11" fmla="*/ 65 h 135"/>
                <a:gd name="T12" fmla="*/ 48 w 111"/>
                <a:gd name="T13" fmla="*/ 97 h 135"/>
                <a:gd name="T14" fmla="*/ 27 w 111"/>
                <a:gd name="T15" fmla="*/ 124 h 135"/>
                <a:gd name="T16" fmla="*/ 23 w 111"/>
                <a:gd name="T17" fmla="*/ 128 h 135"/>
                <a:gd name="T18" fmla="*/ 20 w 111"/>
                <a:gd name="T19" fmla="*/ 132 h 135"/>
                <a:gd name="T20" fmla="*/ 13 w 111"/>
                <a:gd name="T21" fmla="*/ 135 h 135"/>
                <a:gd name="T22" fmla="*/ 8 w 111"/>
                <a:gd name="T23" fmla="*/ 134 h 135"/>
                <a:gd name="T24" fmla="*/ 3 w 111"/>
                <a:gd name="T25" fmla="*/ 134 h 135"/>
                <a:gd name="T26" fmla="*/ 4 w 111"/>
                <a:gd name="T27" fmla="*/ 132 h 135"/>
                <a:gd name="T28" fmla="*/ 6 w 111"/>
                <a:gd name="T29" fmla="*/ 130 h 135"/>
                <a:gd name="T30" fmla="*/ 8 w 111"/>
                <a:gd name="T31" fmla="*/ 129 h 135"/>
                <a:gd name="T32" fmla="*/ 9 w 111"/>
                <a:gd name="T33" fmla="*/ 128 h 135"/>
                <a:gd name="T34" fmla="*/ 11 w 111"/>
                <a:gd name="T35" fmla="*/ 125 h 135"/>
                <a:gd name="T36" fmla="*/ 13 w 111"/>
                <a:gd name="T37" fmla="*/ 123 h 135"/>
                <a:gd name="T38" fmla="*/ 31 w 111"/>
                <a:gd name="T39" fmla="*/ 102 h 135"/>
                <a:gd name="T40" fmla="*/ 48 w 111"/>
                <a:gd name="T41" fmla="*/ 77 h 135"/>
                <a:gd name="T42" fmla="*/ 58 w 111"/>
                <a:gd name="T43" fmla="*/ 61 h 135"/>
                <a:gd name="T44" fmla="*/ 78 w 111"/>
                <a:gd name="T45" fmla="*/ 28 h 135"/>
                <a:gd name="T46" fmla="*/ 58 w 111"/>
                <a:gd name="T47" fmla="*/ 17 h 135"/>
                <a:gd name="T48" fmla="*/ 61 w 111"/>
                <a:gd name="T49" fmla="*/ 16 h 135"/>
                <a:gd name="T50" fmla="*/ 81 w 111"/>
                <a:gd name="T51" fmla="*/ 13 h 135"/>
                <a:gd name="T52" fmla="*/ 92 w 111"/>
                <a:gd name="T53" fmla="*/ 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1" h="135">
                  <a:moveTo>
                    <a:pt x="92" y="4"/>
                  </a:moveTo>
                  <a:cubicBezTo>
                    <a:pt x="92" y="4"/>
                    <a:pt x="100" y="0"/>
                    <a:pt x="108" y="13"/>
                  </a:cubicBezTo>
                  <a:cubicBezTo>
                    <a:pt x="108" y="13"/>
                    <a:pt x="111" y="20"/>
                    <a:pt x="106" y="20"/>
                  </a:cubicBezTo>
                  <a:cubicBezTo>
                    <a:pt x="106" y="20"/>
                    <a:pt x="102" y="21"/>
                    <a:pt x="98" y="25"/>
                  </a:cubicBezTo>
                  <a:cubicBezTo>
                    <a:pt x="97" y="25"/>
                    <a:pt x="94" y="25"/>
                    <a:pt x="93" y="28"/>
                  </a:cubicBezTo>
                  <a:cubicBezTo>
                    <a:pt x="93" y="28"/>
                    <a:pt x="85" y="42"/>
                    <a:pt x="68" y="65"/>
                  </a:cubicBezTo>
                  <a:cubicBezTo>
                    <a:pt x="68" y="65"/>
                    <a:pt x="59" y="77"/>
                    <a:pt x="48" y="97"/>
                  </a:cubicBezTo>
                  <a:cubicBezTo>
                    <a:pt x="48" y="97"/>
                    <a:pt x="40" y="113"/>
                    <a:pt x="27" y="124"/>
                  </a:cubicBezTo>
                  <a:cubicBezTo>
                    <a:pt x="27" y="124"/>
                    <a:pt x="23" y="127"/>
                    <a:pt x="23" y="128"/>
                  </a:cubicBezTo>
                  <a:cubicBezTo>
                    <a:pt x="23" y="128"/>
                    <a:pt x="22" y="130"/>
                    <a:pt x="20" y="132"/>
                  </a:cubicBezTo>
                  <a:cubicBezTo>
                    <a:pt x="20" y="132"/>
                    <a:pt x="17" y="135"/>
                    <a:pt x="13" y="135"/>
                  </a:cubicBezTo>
                  <a:cubicBezTo>
                    <a:pt x="13" y="135"/>
                    <a:pt x="10" y="134"/>
                    <a:pt x="8" y="134"/>
                  </a:cubicBezTo>
                  <a:cubicBezTo>
                    <a:pt x="8" y="134"/>
                    <a:pt x="5" y="134"/>
                    <a:pt x="3" y="134"/>
                  </a:cubicBezTo>
                  <a:cubicBezTo>
                    <a:pt x="3" y="134"/>
                    <a:pt x="0" y="135"/>
                    <a:pt x="4" y="132"/>
                  </a:cubicBezTo>
                  <a:cubicBezTo>
                    <a:pt x="4" y="132"/>
                    <a:pt x="4" y="131"/>
                    <a:pt x="6" y="130"/>
                  </a:cubicBezTo>
                  <a:cubicBezTo>
                    <a:pt x="6" y="130"/>
                    <a:pt x="7" y="130"/>
                    <a:pt x="8" y="129"/>
                  </a:cubicBezTo>
                  <a:cubicBezTo>
                    <a:pt x="8" y="129"/>
                    <a:pt x="7" y="128"/>
                    <a:pt x="9" y="128"/>
                  </a:cubicBezTo>
                  <a:cubicBezTo>
                    <a:pt x="9" y="128"/>
                    <a:pt x="11" y="129"/>
                    <a:pt x="11" y="125"/>
                  </a:cubicBezTo>
                  <a:cubicBezTo>
                    <a:pt x="11" y="125"/>
                    <a:pt x="11" y="124"/>
                    <a:pt x="13" y="123"/>
                  </a:cubicBezTo>
                  <a:cubicBezTo>
                    <a:pt x="13" y="123"/>
                    <a:pt x="19" y="118"/>
                    <a:pt x="31" y="102"/>
                  </a:cubicBezTo>
                  <a:cubicBezTo>
                    <a:pt x="31" y="102"/>
                    <a:pt x="42" y="89"/>
                    <a:pt x="48" y="77"/>
                  </a:cubicBezTo>
                  <a:cubicBezTo>
                    <a:pt x="48" y="77"/>
                    <a:pt x="53" y="69"/>
                    <a:pt x="58" y="61"/>
                  </a:cubicBezTo>
                  <a:cubicBezTo>
                    <a:pt x="58" y="61"/>
                    <a:pt x="75" y="34"/>
                    <a:pt x="78" y="28"/>
                  </a:cubicBezTo>
                  <a:cubicBezTo>
                    <a:pt x="78" y="28"/>
                    <a:pt x="59" y="25"/>
                    <a:pt x="58" y="17"/>
                  </a:cubicBezTo>
                  <a:cubicBezTo>
                    <a:pt x="58" y="17"/>
                    <a:pt x="58" y="14"/>
                    <a:pt x="61" y="16"/>
                  </a:cubicBezTo>
                  <a:cubicBezTo>
                    <a:pt x="61" y="16"/>
                    <a:pt x="70" y="20"/>
                    <a:pt x="81" y="13"/>
                  </a:cubicBezTo>
                  <a:cubicBezTo>
                    <a:pt x="81" y="13"/>
                    <a:pt x="87" y="11"/>
                    <a:pt x="9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DA9672B0-1656-024D-A987-CAB210D04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2093"/>
              <a:ext cx="158" cy="118"/>
            </a:xfrm>
            <a:custGeom>
              <a:avLst/>
              <a:gdLst>
                <a:gd name="T0" fmla="*/ 11 w 83"/>
                <a:gd name="T1" fmla="*/ 29 h 61"/>
                <a:gd name="T2" fmla="*/ 4 w 83"/>
                <a:gd name="T3" fmla="*/ 21 h 61"/>
                <a:gd name="T4" fmla="*/ 20 w 83"/>
                <a:gd name="T5" fmla="*/ 27 h 61"/>
                <a:gd name="T6" fmla="*/ 23 w 83"/>
                <a:gd name="T7" fmla="*/ 33 h 61"/>
                <a:gd name="T8" fmla="*/ 33 w 83"/>
                <a:gd name="T9" fmla="*/ 46 h 61"/>
                <a:gd name="T10" fmla="*/ 34 w 83"/>
                <a:gd name="T11" fmla="*/ 44 h 61"/>
                <a:gd name="T12" fmla="*/ 34 w 83"/>
                <a:gd name="T13" fmla="*/ 39 h 61"/>
                <a:gd name="T14" fmla="*/ 38 w 83"/>
                <a:gd name="T15" fmla="*/ 36 h 61"/>
                <a:gd name="T16" fmla="*/ 40 w 83"/>
                <a:gd name="T17" fmla="*/ 35 h 61"/>
                <a:gd name="T18" fmla="*/ 47 w 83"/>
                <a:gd name="T19" fmla="*/ 26 h 61"/>
                <a:gd name="T20" fmla="*/ 47 w 83"/>
                <a:gd name="T21" fmla="*/ 19 h 61"/>
                <a:gd name="T22" fmla="*/ 37 w 83"/>
                <a:gd name="T23" fmla="*/ 13 h 61"/>
                <a:gd name="T24" fmla="*/ 35 w 83"/>
                <a:gd name="T25" fmla="*/ 11 h 61"/>
                <a:gd name="T26" fmla="*/ 42 w 83"/>
                <a:gd name="T27" fmla="*/ 10 h 61"/>
                <a:gd name="T28" fmla="*/ 55 w 83"/>
                <a:gd name="T29" fmla="*/ 4 h 61"/>
                <a:gd name="T30" fmla="*/ 59 w 83"/>
                <a:gd name="T31" fmla="*/ 1 h 61"/>
                <a:gd name="T32" fmla="*/ 68 w 83"/>
                <a:gd name="T33" fmla="*/ 3 h 61"/>
                <a:gd name="T34" fmla="*/ 81 w 83"/>
                <a:gd name="T35" fmla="*/ 15 h 61"/>
                <a:gd name="T36" fmla="*/ 82 w 83"/>
                <a:gd name="T37" fmla="*/ 18 h 61"/>
                <a:gd name="T38" fmla="*/ 78 w 83"/>
                <a:gd name="T39" fmla="*/ 23 h 61"/>
                <a:gd name="T40" fmla="*/ 66 w 83"/>
                <a:gd name="T41" fmla="*/ 34 h 61"/>
                <a:gd name="T42" fmla="*/ 64 w 83"/>
                <a:gd name="T43" fmla="*/ 46 h 61"/>
                <a:gd name="T44" fmla="*/ 62 w 83"/>
                <a:gd name="T45" fmla="*/ 53 h 61"/>
                <a:gd name="T46" fmla="*/ 55 w 83"/>
                <a:gd name="T47" fmla="*/ 55 h 61"/>
                <a:gd name="T48" fmla="*/ 46 w 83"/>
                <a:gd name="T49" fmla="*/ 59 h 61"/>
                <a:gd name="T50" fmla="*/ 43 w 83"/>
                <a:gd name="T51" fmla="*/ 59 h 61"/>
                <a:gd name="T52" fmla="*/ 40 w 83"/>
                <a:gd name="T53" fmla="*/ 58 h 61"/>
                <a:gd name="T54" fmla="*/ 38 w 83"/>
                <a:gd name="T55" fmla="*/ 55 h 61"/>
                <a:gd name="T56" fmla="*/ 33 w 83"/>
                <a:gd name="T57" fmla="*/ 51 h 61"/>
                <a:gd name="T58" fmla="*/ 29 w 83"/>
                <a:gd name="T59" fmla="*/ 49 h 61"/>
                <a:gd name="T60" fmla="*/ 20 w 83"/>
                <a:gd name="T61" fmla="*/ 35 h 61"/>
                <a:gd name="T62" fmla="*/ 11 w 83"/>
                <a:gd name="T63" fmla="*/ 2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61">
                  <a:moveTo>
                    <a:pt x="11" y="29"/>
                  </a:moveTo>
                  <a:cubicBezTo>
                    <a:pt x="11" y="29"/>
                    <a:pt x="0" y="23"/>
                    <a:pt x="4" y="21"/>
                  </a:cubicBezTo>
                  <a:cubicBezTo>
                    <a:pt x="4" y="21"/>
                    <a:pt x="12" y="18"/>
                    <a:pt x="20" y="27"/>
                  </a:cubicBezTo>
                  <a:cubicBezTo>
                    <a:pt x="20" y="27"/>
                    <a:pt x="21" y="30"/>
                    <a:pt x="23" y="33"/>
                  </a:cubicBezTo>
                  <a:cubicBezTo>
                    <a:pt x="23" y="33"/>
                    <a:pt x="24" y="36"/>
                    <a:pt x="33" y="46"/>
                  </a:cubicBezTo>
                  <a:cubicBezTo>
                    <a:pt x="33" y="46"/>
                    <a:pt x="34" y="47"/>
                    <a:pt x="34" y="44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6" y="35"/>
                    <a:pt x="38" y="36"/>
                  </a:cubicBezTo>
                  <a:cubicBezTo>
                    <a:pt x="38" y="36"/>
                    <a:pt x="39" y="37"/>
                    <a:pt x="40" y="35"/>
                  </a:cubicBezTo>
                  <a:cubicBezTo>
                    <a:pt x="40" y="35"/>
                    <a:pt x="45" y="31"/>
                    <a:pt x="47" y="26"/>
                  </a:cubicBezTo>
                  <a:cubicBezTo>
                    <a:pt x="47" y="26"/>
                    <a:pt x="50" y="21"/>
                    <a:pt x="47" y="19"/>
                  </a:cubicBezTo>
                  <a:cubicBezTo>
                    <a:pt x="47" y="19"/>
                    <a:pt x="40" y="15"/>
                    <a:pt x="37" y="13"/>
                  </a:cubicBezTo>
                  <a:cubicBezTo>
                    <a:pt x="37" y="13"/>
                    <a:pt x="33" y="12"/>
                    <a:pt x="35" y="11"/>
                  </a:cubicBezTo>
                  <a:cubicBezTo>
                    <a:pt x="35" y="11"/>
                    <a:pt x="37" y="10"/>
                    <a:pt x="42" y="10"/>
                  </a:cubicBezTo>
                  <a:cubicBezTo>
                    <a:pt x="42" y="10"/>
                    <a:pt x="53" y="8"/>
                    <a:pt x="55" y="4"/>
                  </a:cubicBezTo>
                  <a:cubicBezTo>
                    <a:pt x="55" y="4"/>
                    <a:pt x="56" y="0"/>
                    <a:pt x="59" y="1"/>
                  </a:cubicBezTo>
                  <a:cubicBezTo>
                    <a:pt x="59" y="1"/>
                    <a:pt x="65" y="4"/>
                    <a:pt x="68" y="3"/>
                  </a:cubicBezTo>
                  <a:cubicBezTo>
                    <a:pt x="68" y="3"/>
                    <a:pt x="79" y="3"/>
                    <a:pt x="81" y="15"/>
                  </a:cubicBezTo>
                  <a:cubicBezTo>
                    <a:pt x="81" y="15"/>
                    <a:pt x="81" y="17"/>
                    <a:pt x="82" y="18"/>
                  </a:cubicBezTo>
                  <a:cubicBezTo>
                    <a:pt x="82" y="18"/>
                    <a:pt x="83" y="22"/>
                    <a:pt x="78" y="23"/>
                  </a:cubicBezTo>
                  <a:cubicBezTo>
                    <a:pt x="78" y="23"/>
                    <a:pt x="68" y="30"/>
                    <a:pt x="66" y="34"/>
                  </a:cubicBezTo>
                  <a:cubicBezTo>
                    <a:pt x="66" y="34"/>
                    <a:pt x="62" y="42"/>
                    <a:pt x="64" y="46"/>
                  </a:cubicBezTo>
                  <a:cubicBezTo>
                    <a:pt x="64" y="46"/>
                    <a:pt x="66" y="51"/>
                    <a:pt x="62" y="53"/>
                  </a:cubicBezTo>
                  <a:cubicBezTo>
                    <a:pt x="62" y="53"/>
                    <a:pt x="59" y="55"/>
                    <a:pt x="55" y="55"/>
                  </a:cubicBezTo>
                  <a:cubicBezTo>
                    <a:pt x="55" y="55"/>
                    <a:pt x="50" y="54"/>
                    <a:pt x="46" y="59"/>
                  </a:cubicBezTo>
                  <a:cubicBezTo>
                    <a:pt x="46" y="59"/>
                    <a:pt x="46" y="61"/>
                    <a:pt x="43" y="59"/>
                  </a:cubicBezTo>
                  <a:cubicBezTo>
                    <a:pt x="43" y="59"/>
                    <a:pt x="43" y="58"/>
                    <a:pt x="40" y="58"/>
                  </a:cubicBezTo>
                  <a:cubicBezTo>
                    <a:pt x="40" y="58"/>
                    <a:pt x="38" y="58"/>
                    <a:pt x="38" y="55"/>
                  </a:cubicBezTo>
                  <a:cubicBezTo>
                    <a:pt x="38" y="55"/>
                    <a:pt x="37" y="52"/>
                    <a:pt x="33" y="51"/>
                  </a:cubicBezTo>
                  <a:cubicBezTo>
                    <a:pt x="33" y="51"/>
                    <a:pt x="31" y="52"/>
                    <a:pt x="29" y="49"/>
                  </a:cubicBezTo>
                  <a:cubicBezTo>
                    <a:pt x="29" y="49"/>
                    <a:pt x="23" y="39"/>
                    <a:pt x="20" y="35"/>
                  </a:cubicBezTo>
                  <a:cubicBezTo>
                    <a:pt x="20" y="35"/>
                    <a:pt x="16" y="30"/>
                    <a:pt x="1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0FD3810B-AFE1-7C48-8CB5-182FE02D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116"/>
              <a:ext cx="19" cy="97"/>
            </a:xfrm>
            <a:custGeom>
              <a:avLst/>
              <a:gdLst>
                <a:gd name="T0" fmla="*/ 10 w 10"/>
                <a:gd name="T1" fmla="*/ 50 h 50"/>
                <a:gd name="T2" fmla="*/ 6 w 10"/>
                <a:gd name="T3" fmla="*/ 50 h 50"/>
                <a:gd name="T4" fmla="*/ 0 w 10"/>
                <a:gd name="T5" fmla="*/ 25 h 50"/>
                <a:gd name="T6" fmla="*/ 6 w 10"/>
                <a:gd name="T7" fmla="*/ 0 h 50"/>
                <a:gd name="T8" fmla="*/ 10 w 10"/>
                <a:gd name="T9" fmla="*/ 0 h 50"/>
                <a:gd name="T10" fmla="*/ 4 w 10"/>
                <a:gd name="T11" fmla="*/ 25 h 50"/>
                <a:gd name="T12" fmla="*/ 10 w 10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0">
                  <a:moveTo>
                    <a:pt x="10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2" y="43"/>
                    <a:pt x="0" y="35"/>
                    <a:pt x="0" y="25"/>
                  </a:cubicBezTo>
                  <a:cubicBezTo>
                    <a:pt x="0" y="15"/>
                    <a:pt x="2" y="7"/>
                    <a:pt x="6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8"/>
                    <a:pt x="4" y="16"/>
                    <a:pt x="4" y="25"/>
                  </a:cubicBezTo>
                  <a:cubicBezTo>
                    <a:pt x="4" y="35"/>
                    <a:pt x="6" y="43"/>
                    <a:pt x="10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002C1468-7250-4D41-A750-5F207B5D6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94" y="2116"/>
              <a:ext cx="95" cy="99"/>
            </a:xfrm>
            <a:custGeom>
              <a:avLst/>
              <a:gdLst>
                <a:gd name="T0" fmla="*/ 15 w 50"/>
                <a:gd name="T1" fmla="*/ 0 h 51"/>
                <a:gd name="T2" fmla="*/ 19 w 50"/>
                <a:gd name="T3" fmla="*/ 3 h 51"/>
                <a:gd name="T4" fmla="*/ 16 w 50"/>
                <a:gd name="T5" fmla="*/ 5 h 51"/>
                <a:gd name="T6" fmla="*/ 14 w 50"/>
                <a:gd name="T7" fmla="*/ 26 h 51"/>
                <a:gd name="T8" fmla="*/ 14 w 50"/>
                <a:gd name="T9" fmla="*/ 30 h 51"/>
                <a:gd name="T10" fmla="*/ 11 w 50"/>
                <a:gd name="T11" fmla="*/ 26 h 51"/>
                <a:gd name="T12" fmla="*/ 8 w 50"/>
                <a:gd name="T13" fmla="*/ 16 h 51"/>
                <a:gd name="T14" fmla="*/ 0 w 50"/>
                <a:gd name="T15" fmla="*/ 18 h 51"/>
                <a:gd name="T16" fmla="*/ 25 w 50"/>
                <a:gd name="T17" fmla="*/ 35 h 51"/>
                <a:gd name="T18" fmla="*/ 24 w 50"/>
                <a:gd name="T19" fmla="*/ 29 h 51"/>
                <a:gd name="T20" fmla="*/ 29 w 50"/>
                <a:gd name="T21" fmla="*/ 29 h 51"/>
                <a:gd name="T22" fmla="*/ 28 w 50"/>
                <a:gd name="T23" fmla="*/ 34 h 51"/>
                <a:gd name="T24" fmla="*/ 46 w 50"/>
                <a:gd name="T25" fmla="*/ 35 h 51"/>
                <a:gd name="T26" fmla="*/ 50 w 50"/>
                <a:gd name="T27" fmla="*/ 38 h 51"/>
                <a:gd name="T28" fmla="*/ 46 w 50"/>
                <a:gd name="T29" fmla="*/ 38 h 51"/>
                <a:gd name="T30" fmla="*/ 28 w 50"/>
                <a:gd name="T31" fmla="*/ 46 h 51"/>
                <a:gd name="T32" fmla="*/ 28 w 50"/>
                <a:gd name="T33" fmla="*/ 51 h 51"/>
                <a:gd name="T34" fmla="*/ 25 w 50"/>
                <a:gd name="T35" fmla="*/ 46 h 51"/>
                <a:gd name="T36" fmla="*/ 6 w 50"/>
                <a:gd name="T37" fmla="*/ 38 h 51"/>
                <a:gd name="T38" fmla="*/ 2 w 50"/>
                <a:gd name="T39" fmla="*/ 35 h 51"/>
                <a:gd name="T40" fmla="*/ 27 w 50"/>
                <a:gd name="T41" fmla="*/ 13 h 51"/>
                <a:gd name="T42" fmla="*/ 27 w 50"/>
                <a:gd name="T43" fmla="*/ 0 h 51"/>
                <a:gd name="T44" fmla="*/ 32 w 50"/>
                <a:gd name="T45" fmla="*/ 1 h 51"/>
                <a:gd name="T46" fmla="*/ 31 w 50"/>
                <a:gd name="T47" fmla="*/ 6 h 51"/>
                <a:gd name="T48" fmla="*/ 44 w 50"/>
                <a:gd name="T49" fmla="*/ 3 h 51"/>
                <a:gd name="T50" fmla="*/ 47 w 50"/>
                <a:gd name="T51" fmla="*/ 7 h 51"/>
                <a:gd name="T52" fmla="*/ 41 w 50"/>
                <a:gd name="T53" fmla="*/ 9 h 51"/>
                <a:gd name="T54" fmla="*/ 31 w 50"/>
                <a:gd name="T55" fmla="*/ 22 h 51"/>
                <a:gd name="T56" fmla="*/ 46 w 50"/>
                <a:gd name="T57" fmla="*/ 22 h 51"/>
                <a:gd name="T58" fmla="*/ 50 w 50"/>
                <a:gd name="T59" fmla="*/ 20 h 51"/>
                <a:gd name="T60" fmla="*/ 49 w 50"/>
                <a:gd name="T61" fmla="*/ 24 h 51"/>
                <a:gd name="T62" fmla="*/ 32 w 50"/>
                <a:gd name="T63" fmla="*/ 29 h 51"/>
                <a:gd name="T64" fmla="*/ 27 w 50"/>
                <a:gd name="T65" fmla="*/ 16 h 51"/>
                <a:gd name="T66" fmla="*/ 18 w 50"/>
                <a:gd name="T67" fmla="*/ 17 h 51"/>
                <a:gd name="T68" fmla="*/ 27 w 50"/>
                <a:gd name="T69" fmla="*/ 1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" h="51">
                  <a:moveTo>
                    <a:pt x="0" y="18"/>
                  </a:moveTo>
                  <a:cubicBezTo>
                    <a:pt x="8" y="13"/>
                    <a:pt x="13" y="6"/>
                    <a:pt x="15" y="0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0" y="2"/>
                    <a:pt x="20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3"/>
                    <a:pt x="17" y="4"/>
                    <a:pt x="16" y="5"/>
                  </a:cubicBezTo>
                  <a:cubicBezTo>
                    <a:pt x="15" y="7"/>
                    <a:pt x="15" y="9"/>
                    <a:pt x="14" y="10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7"/>
                    <a:pt x="14" y="29"/>
                  </a:cubicBezTo>
                  <a:cubicBezTo>
                    <a:pt x="14" y="29"/>
                    <a:pt x="14" y="30"/>
                    <a:pt x="14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28"/>
                    <a:pt x="11" y="27"/>
                    <a:pt x="11" y="26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0" y="14"/>
                    <a:pt x="9" y="15"/>
                    <a:pt x="8" y="16"/>
                  </a:cubicBezTo>
                  <a:cubicBezTo>
                    <a:pt x="7" y="17"/>
                    <a:pt x="6" y="18"/>
                    <a:pt x="3" y="21"/>
                  </a:cubicBezTo>
                  <a:cubicBezTo>
                    <a:pt x="2" y="19"/>
                    <a:pt x="1" y="19"/>
                    <a:pt x="0" y="18"/>
                  </a:cubicBezTo>
                  <a:close/>
                  <a:moveTo>
                    <a:pt x="6" y="35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3"/>
                    <a:pt x="24" y="31"/>
                    <a:pt x="24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2"/>
                    <a:pt x="28" y="34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7" y="35"/>
                    <a:pt x="48" y="35"/>
                    <a:pt x="50" y="35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8"/>
                    <a:pt x="49" y="38"/>
                    <a:pt x="48" y="38"/>
                  </a:cubicBezTo>
                  <a:cubicBezTo>
                    <a:pt x="48" y="38"/>
                    <a:pt x="47" y="38"/>
                    <a:pt x="46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47"/>
                    <a:pt x="28" y="48"/>
                    <a:pt x="28" y="49"/>
                  </a:cubicBezTo>
                  <a:cubicBezTo>
                    <a:pt x="28" y="50"/>
                    <a:pt x="28" y="50"/>
                    <a:pt x="28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8"/>
                    <a:pt x="25" y="47"/>
                    <a:pt x="25" y="46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5" y="38"/>
                    <a:pt x="3" y="38"/>
                    <a:pt x="2" y="38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3" y="35"/>
                    <a:pt x="4" y="35"/>
                    <a:pt x="6" y="35"/>
                  </a:cubicBezTo>
                  <a:close/>
                  <a:moveTo>
                    <a:pt x="27" y="13"/>
                  </a:move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3"/>
                    <a:pt x="27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1" y="2"/>
                    <a:pt x="31" y="3"/>
                    <a:pt x="31" y="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6" y="9"/>
                    <a:pt x="40" y="6"/>
                    <a:pt x="44" y="3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8"/>
                    <a:pt x="46" y="8"/>
                    <a:pt x="46" y="8"/>
                  </a:cubicBezTo>
                  <a:cubicBezTo>
                    <a:pt x="44" y="8"/>
                    <a:pt x="42" y="9"/>
                    <a:pt x="41" y="9"/>
                  </a:cubicBezTo>
                  <a:cubicBezTo>
                    <a:pt x="39" y="11"/>
                    <a:pt x="36" y="13"/>
                    <a:pt x="31" y="15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0" y="25"/>
                    <a:pt x="32" y="26"/>
                    <a:pt x="38" y="26"/>
                  </a:cubicBezTo>
                  <a:cubicBezTo>
                    <a:pt x="43" y="26"/>
                    <a:pt x="46" y="25"/>
                    <a:pt x="46" y="22"/>
                  </a:cubicBezTo>
                  <a:cubicBezTo>
                    <a:pt x="46" y="21"/>
                    <a:pt x="46" y="20"/>
                    <a:pt x="46" y="19"/>
                  </a:cubicBezTo>
                  <a:cubicBezTo>
                    <a:pt x="48" y="20"/>
                    <a:pt x="49" y="20"/>
                    <a:pt x="50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2"/>
                    <a:pt x="50" y="23"/>
                    <a:pt x="49" y="24"/>
                  </a:cubicBezTo>
                  <a:cubicBezTo>
                    <a:pt x="48" y="27"/>
                    <a:pt x="45" y="29"/>
                    <a:pt x="40" y="29"/>
                  </a:cubicBezTo>
                  <a:cubicBezTo>
                    <a:pt x="35" y="29"/>
                    <a:pt x="33" y="29"/>
                    <a:pt x="32" y="29"/>
                  </a:cubicBezTo>
                  <a:cubicBezTo>
                    <a:pt x="29" y="28"/>
                    <a:pt x="27" y="27"/>
                    <a:pt x="27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5" y="17"/>
                    <a:pt x="22" y="18"/>
                    <a:pt x="20" y="19"/>
                  </a:cubicBezTo>
                  <a:cubicBezTo>
                    <a:pt x="19" y="19"/>
                    <a:pt x="18" y="18"/>
                    <a:pt x="18" y="17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20" y="16"/>
                    <a:pt x="23" y="15"/>
                    <a:pt x="27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73E3A3D0-9222-434D-AB33-DE885E018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03" y="2115"/>
              <a:ext cx="93" cy="100"/>
            </a:xfrm>
            <a:custGeom>
              <a:avLst/>
              <a:gdLst>
                <a:gd name="T0" fmla="*/ 19 w 49"/>
                <a:gd name="T1" fmla="*/ 0 h 52"/>
                <a:gd name="T2" fmla="*/ 22 w 49"/>
                <a:gd name="T3" fmla="*/ 1 h 52"/>
                <a:gd name="T4" fmla="*/ 23 w 49"/>
                <a:gd name="T5" fmla="*/ 1 h 52"/>
                <a:gd name="T6" fmla="*/ 22 w 49"/>
                <a:gd name="T7" fmla="*/ 2 h 52"/>
                <a:gd name="T8" fmla="*/ 21 w 49"/>
                <a:gd name="T9" fmla="*/ 4 h 52"/>
                <a:gd name="T10" fmla="*/ 20 w 49"/>
                <a:gd name="T11" fmla="*/ 6 h 52"/>
                <a:gd name="T12" fmla="*/ 19 w 49"/>
                <a:gd name="T13" fmla="*/ 9 h 52"/>
                <a:gd name="T14" fmla="*/ 44 w 49"/>
                <a:gd name="T15" fmla="*/ 9 h 52"/>
                <a:gd name="T16" fmla="*/ 47 w 49"/>
                <a:gd name="T17" fmla="*/ 8 h 52"/>
                <a:gd name="T18" fmla="*/ 49 w 49"/>
                <a:gd name="T19" fmla="*/ 8 h 52"/>
                <a:gd name="T20" fmla="*/ 49 w 49"/>
                <a:gd name="T21" fmla="*/ 12 h 52"/>
                <a:gd name="T22" fmla="*/ 47 w 49"/>
                <a:gd name="T23" fmla="*/ 11 h 52"/>
                <a:gd name="T24" fmla="*/ 44 w 49"/>
                <a:gd name="T25" fmla="*/ 11 h 52"/>
                <a:gd name="T26" fmla="*/ 18 w 49"/>
                <a:gd name="T27" fmla="*/ 11 h 52"/>
                <a:gd name="T28" fmla="*/ 11 w 49"/>
                <a:gd name="T29" fmla="*/ 25 h 52"/>
                <a:gd name="T30" fmla="*/ 24 w 49"/>
                <a:gd name="T31" fmla="*/ 25 h 52"/>
                <a:gd name="T32" fmla="*/ 24 w 49"/>
                <a:gd name="T33" fmla="*/ 21 h 52"/>
                <a:gd name="T34" fmla="*/ 24 w 49"/>
                <a:gd name="T35" fmla="*/ 16 h 52"/>
                <a:gd name="T36" fmla="*/ 28 w 49"/>
                <a:gd name="T37" fmla="*/ 16 h 52"/>
                <a:gd name="T38" fmla="*/ 28 w 49"/>
                <a:gd name="T39" fmla="*/ 17 h 52"/>
                <a:gd name="T40" fmla="*/ 28 w 49"/>
                <a:gd name="T41" fmla="*/ 17 h 52"/>
                <a:gd name="T42" fmla="*/ 27 w 49"/>
                <a:gd name="T43" fmla="*/ 21 h 52"/>
                <a:gd name="T44" fmla="*/ 27 w 49"/>
                <a:gd name="T45" fmla="*/ 25 h 52"/>
                <a:gd name="T46" fmla="*/ 39 w 49"/>
                <a:gd name="T47" fmla="*/ 25 h 52"/>
                <a:gd name="T48" fmla="*/ 44 w 49"/>
                <a:gd name="T49" fmla="*/ 25 h 52"/>
                <a:gd name="T50" fmla="*/ 44 w 49"/>
                <a:gd name="T51" fmla="*/ 28 h 52"/>
                <a:gd name="T52" fmla="*/ 39 w 49"/>
                <a:gd name="T53" fmla="*/ 28 h 52"/>
                <a:gd name="T54" fmla="*/ 27 w 49"/>
                <a:gd name="T55" fmla="*/ 28 h 52"/>
                <a:gd name="T56" fmla="*/ 27 w 49"/>
                <a:gd name="T57" fmla="*/ 47 h 52"/>
                <a:gd name="T58" fmla="*/ 19 w 49"/>
                <a:gd name="T59" fmla="*/ 52 h 52"/>
                <a:gd name="T60" fmla="*/ 17 w 49"/>
                <a:gd name="T61" fmla="*/ 47 h 52"/>
                <a:gd name="T62" fmla="*/ 24 w 49"/>
                <a:gd name="T63" fmla="*/ 46 h 52"/>
                <a:gd name="T64" fmla="*/ 24 w 49"/>
                <a:gd name="T65" fmla="*/ 28 h 52"/>
                <a:gd name="T66" fmla="*/ 11 w 49"/>
                <a:gd name="T67" fmla="*/ 28 h 52"/>
                <a:gd name="T68" fmla="*/ 8 w 49"/>
                <a:gd name="T69" fmla="*/ 29 h 52"/>
                <a:gd name="T70" fmla="*/ 6 w 49"/>
                <a:gd name="T71" fmla="*/ 25 h 52"/>
                <a:gd name="T72" fmla="*/ 9 w 49"/>
                <a:gd name="T73" fmla="*/ 22 h 52"/>
                <a:gd name="T74" fmla="*/ 14 w 49"/>
                <a:gd name="T75" fmla="*/ 11 h 52"/>
                <a:gd name="T76" fmla="*/ 4 w 49"/>
                <a:gd name="T77" fmla="*/ 11 h 52"/>
                <a:gd name="T78" fmla="*/ 1 w 49"/>
                <a:gd name="T79" fmla="*/ 11 h 52"/>
                <a:gd name="T80" fmla="*/ 0 w 49"/>
                <a:gd name="T81" fmla="*/ 12 h 52"/>
                <a:gd name="T82" fmla="*/ 0 w 49"/>
                <a:gd name="T83" fmla="*/ 8 h 52"/>
                <a:gd name="T84" fmla="*/ 2 w 49"/>
                <a:gd name="T85" fmla="*/ 8 h 52"/>
                <a:gd name="T86" fmla="*/ 4 w 49"/>
                <a:gd name="T87" fmla="*/ 9 h 52"/>
                <a:gd name="T88" fmla="*/ 15 w 49"/>
                <a:gd name="T89" fmla="*/ 9 h 52"/>
                <a:gd name="T90" fmla="*/ 19 w 49"/>
                <a:gd name="T91" fmla="*/ 0 h 52"/>
                <a:gd name="T92" fmla="*/ 0 w 49"/>
                <a:gd name="T93" fmla="*/ 46 h 52"/>
                <a:gd name="T94" fmla="*/ 14 w 49"/>
                <a:gd name="T95" fmla="*/ 33 h 52"/>
                <a:gd name="T96" fmla="*/ 18 w 49"/>
                <a:gd name="T97" fmla="*/ 36 h 52"/>
                <a:gd name="T98" fmla="*/ 19 w 49"/>
                <a:gd name="T99" fmla="*/ 36 h 52"/>
                <a:gd name="T100" fmla="*/ 18 w 49"/>
                <a:gd name="T101" fmla="*/ 37 h 52"/>
                <a:gd name="T102" fmla="*/ 15 w 49"/>
                <a:gd name="T103" fmla="*/ 39 h 52"/>
                <a:gd name="T104" fmla="*/ 4 w 49"/>
                <a:gd name="T105" fmla="*/ 49 h 52"/>
                <a:gd name="T106" fmla="*/ 0 w 49"/>
                <a:gd name="T107" fmla="*/ 46 h 52"/>
                <a:gd name="T108" fmla="*/ 32 w 49"/>
                <a:gd name="T109" fmla="*/ 37 h 52"/>
                <a:gd name="T110" fmla="*/ 34 w 49"/>
                <a:gd name="T111" fmla="*/ 34 h 52"/>
                <a:gd name="T112" fmla="*/ 48 w 49"/>
                <a:gd name="T113" fmla="*/ 45 h 52"/>
                <a:gd name="T114" fmla="*/ 46 w 49"/>
                <a:gd name="T115" fmla="*/ 48 h 52"/>
                <a:gd name="T116" fmla="*/ 32 w 49"/>
                <a:gd name="T117" fmla="*/ 3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9" h="52">
                  <a:moveTo>
                    <a:pt x="19" y="0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2"/>
                    <a:pt x="22" y="2"/>
                  </a:cubicBezTo>
                  <a:cubicBezTo>
                    <a:pt x="22" y="2"/>
                    <a:pt x="21" y="3"/>
                    <a:pt x="21" y="4"/>
                  </a:cubicBezTo>
                  <a:cubicBezTo>
                    <a:pt x="21" y="4"/>
                    <a:pt x="20" y="5"/>
                    <a:pt x="20" y="6"/>
                  </a:cubicBezTo>
                  <a:cubicBezTo>
                    <a:pt x="20" y="7"/>
                    <a:pt x="19" y="8"/>
                    <a:pt x="19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5" y="9"/>
                    <a:pt x="46" y="8"/>
                    <a:pt x="47" y="8"/>
                  </a:cubicBezTo>
                  <a:cubicBezTo>
                    <a:pt x="48" y="8"/>
                    <a:pt x="49" y="8"/>
                    <a:pt x="49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8" y="12"/>
                    <a:pt x="47" y="11"/>
                  </a:cubicBezTo>
                  <a:cubicBezTo>
                    <a:pt x="46" y="11"/>
                    <a:pt x="45" y="11"/>
                    <a:pt x="44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6" y="15"/>
                    <a:pt x="14" y="19"/>
                    <a:pt x="11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19"/>
                    <a:pt x="24" y="17"/>
                    <a:pt x="24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7"/>
                    <a:pt x="27" y="19"/>
                    <a:pt x="27" y="21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40" y="25"/>
                    <a:pt x="42" y="25"/>
                    <a:pt x="44" y="25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42" y="28"/>
                    <a:pt x="41" y="28"/>
                    <a:pt x="39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5" y="51"/>
                    <a:pt x="19" y="52"/>
                  </a:cubicBezTo>
                  <a:cubicBezTo>
                    <a:pt x="18" y="50"/>
                    <a:pt x="18" y="49"/>
                    <a:pt x="17" y="47"/>
                  </a:cubicBezTo>
                  <a:cubicBezTo>
                    <a:pt x="22" y="48"/>
                    <a:pt x="25" y="48"/>
                    <a:pt x="24" y="46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0" y="28"/>
                    <a:pt x="9" y="28"/>
                    <a:pt x="8" y="29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5"/>
                    <a:pt x="8" y="24"/>
                    <a:pt x="9" y="22"/>
                  </a:cubicBezTo>
                  <a:cubicBezTo>
                    <a:pt x="11" y="19"/>
                    <a:pt x="12" y="16"/>
                    <a:pt x="1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3" y="11"/>
                    <a:pt x="1" y="11"/>
                  </a:cubicBezTo>
                  <a:cubicBezTo>
                    <a:pt x="1" y="12"/>
                    <a:pt x="0" y="12"/>
                    <a:pt x="0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1" y="8"/>
                    <a:pt x="2" y="8"/>
                  </a:cubicBezTo>
                  <a:cubicBezTo>
                    <a:pt x="3" y="8"/>
                    <a:pt x="4" y="9"/>
                    <a:pt x="4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7" y="6"/>
                    <a:pt x="18" y="3"/>
                    <a:pt x="19" y="0"/>
                  </a:cubicBezTo>
                  <a:close/>
                  <a:moveTo>
                    <a:pt x="0" y="46"/>
                  </a:moveTo>
                  <a:cubicBezTo>
                    <a:pt x="6" y="43"/>
                    <a:pt x="11" y="39"/>
                    <a:pt x="14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8" y="36"/>
                    <a:pt x="18" y="37"/>
                  </a:cubicBezTo>
                  <a:cubicBezTo>
                    <a:pt x="17" y="37"/>
                    <a:pt x="16" y="38"/>
                    <a:pt x="15" y="39"/>
                  </a:cubicBezTo>
                  <a:cubicBezTo>
                    <a:pt x="12" y="42"/>
                    <a:pt x="8" y="46"/>
                    <a:pt x="4" y="49"/>
                  </a:cubicBezTo>
                  <a:cubicBezTo>
                    <a:pt x="3" y="47"/>
                    <a:pt x="2" y="46"/>
                    <a:pt x="0" y="46"/>
                  </a:cubicBezTo>
                  <a:close/>
                  <a:moveTo>
                    <a:pt x="32" y="37"/>
                  </a:moveTo>
                  <a:cubicBezTo>
                    <a:pt x="34" y="34"/>
                    <a:pt x="34" y="34"/>
                    <a:pt x="34" y="34"/>
                  </a:cubicBezTo>
                  <a:cubicBezTo>
                    <a:pt x="39" y="37"/>
                    <a:pt x="44" y="41"/>
                    <a:pt x="48" y="45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1" y="44"/>
                    <a:pt x="37" y="40"/>
                    <a:pt x="32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398D00A2-011F-904C-893F-EAF255EF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116"/>
              <a:ext cx="19" cy="97"/>
            </a:xfrm>
            <a:custGeom>
              <a:avLst/>
              <a:gdLst>
                <a:gd name="T0" fmla="*/ 0 w 10"/>
                <a:gd name="T1" fmla="*/ 0 h 50"/>
                <a:gd name="T2" fmla="*/ 4 w 10"/>
                <a:gd name="T3" fmla="*/ 0 h 50"/>
                <a:gd name="T4" fmla="*/ 10 w 10"/>
                <a:gd name="T5" fmla="*/ 25 h 50"/>
                <a:gd name="T6" fmla="*/ 4 w 10"/>
                <a:gd name="T7" fmla="*/ 50 h 50"/>
                <a:gd name="T8" fmla="*/ 0 w 10"/>
                <a:gd name="T9" fmla="*/ 50 h 50"/>
                <a:gd name="T10" fmla="*/ 6 w 10"/>
                <a:gd name="T11" fmla="*/ 25 h 50"/>
                <a:gd name="T12" fmla="*/ 0 w 10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0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8" y="7"/>
                    <a:pt x="10" y="15"/>
                    <a:pt x="10" y="25"/>
                  </a:cubicBezTo>
                  <a:cubicBezTo>
                    <a:pt x="10" y="35"/>
                    <a:pt x="8" y="43"/>
                    <a:pt x="4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3"/>
                    <a:pt x="6" y="35"/>
                    <a:pt x="6" y="25"/>
                  </a:cubicBezTo>
                  <a:cubicBezTo>
                    <a:pt x="6" y="16"/>
                    <a:pt x="4" y="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D9265E85-2B43-3A40-BD06-1D01E62D1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324"/>
              <a:ext cx="71" cy="75"/>
            </a:xfrm>
            <a:custGeom>
              <a:avLst/>
              <a:gdLst>
                <a:gd name="T0" fmla="*/ 35 w 37"/>
                <a:gd name="T1" fmla="*/ 0 h 39"/>
                <a:gd name="T2" fmla="*/ 36 w 37"/>
                <a:gd name="T3" fmla="*/ 13 h 39"/>
                <a:gd name="T4" fmla="*/ 35 w 37"/>
                <a:gd name="T5" fmla="*/ 13 h 39"/>
                <a:gd name="T6" fmla="*/ 30 w 37"/>
                <a:gd name="T7" fmla="*/ 5 h 39"/>
                <a:gd name="T8" fmla="*/ 21 w 37"/>
                <a:gd name="T9" fmla="*/ 2 h 39"/>
                <a:gd name="T10" fmla="*/ 14 w 37"/>
                <a:gd name="T11" fmla="*/ 4 h 39"/>
                <a:gd name="T12" fmla="*/ 9 w 37"/>
                <a:gd name="T13" fmla="*/ 10 h 39"/>
                <a:gd name="T14" fmla="*/ 7 w 37"/>
                <a:gd name="T15" fmla="*/ 20 h 39"/>
                <a:gd name="T16" fmla="*/ 9 w 37"/>
                <a:gd name="T17" fmla="*/ 29 h 39"/>
                <a:gd name="T18" fmla="*/ 14 w 37"/>
                <a:gd name="T19" fmla="*/ 35 h 39"/>
                <a:gd name="T20" fmla="*/ 22 w 37"/>
                <a:gd name="T21" fmla="*/ 37 h 39"/>
                <a:gd name="T22" fmla="*/ 29 w 37"/>
                <a:gd name="T23" fmla="*/ 35 h 39"/>
                <a:gd name="T24" fmla="*/ 36 w 37"/>
                <a:gd name="T25" fmla="*/ 29 h 39"/>
                <a:gd name="T26" fmla="*/ 37 w 37"/>
                <a:gd name="T27" fmla="*/ 30 h 39"/>
                <a:gd name="T28" fmla="*/ 30 w 37"/>
                <a:gd name="T29" fmla="*/ 37 h 39"/>
                <a:gd name="T30" fmla="*/ 20 w 37"/>
                <a:gd name="T31" fmla="*/ 39 h 39"/>
                <a:gd name="T32" fmla="*/ 4 w 37"/>
                <a:gd name="T33" fmla="*/ 32 h 39"/>
                <a:gd name="T34" fmla="*/ 0 w 37"/>
                <a:gd name="T35" fmla="*/ 20 h 39"/>
                <a:gd name="T36" fmla="*/ 3 w 37"/>
                <a:gd name="T37" fmla="*/ 10 h 39"/>
                <a:gd name="T38" fmla="*/ 10 w 37"/>
                <a:gd name="T39" fmla="*/ 3 h 39"/>
                <a:gd name="T40" fmla="*/ 21 w 37"/>
                <a:gd name="T41" fmla="*/ 0 h 39"/>
                <a:gd name="T42" fmla="*/ 30 w 37"/>
                <a:gd name="T43" fmla="*/ 2 h 39"/>
                <a:gd name="T44" fmla="*/ 31 w 37"/>
                <a:gd name="T45" fmla="*/ 3 h 39"/>
                <a:gd name="T46" fmla="*/ 33 w 37"/>
                <a:gd name="T47" fmla="*/ 2 h 39"/>
                <a:gd name="T48" fmla="*/ 34 w 37"/>
                <a:gd name="T49" fmla="*/ 0 h 39"/>
                <a:gd name="T50" fmla="*/ 35 w 37"/>
                <a:gd name="T5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7" h="39">
                  <a:moveTo>
                    <a:pt x="35" y="0"/>
                  </a:moveTo>
                  <a:cubicBezTo>
                    <a:pt x="36" y="13"/>
                    <a:pt x="36" y="13"/>
                    <a:pt x="36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9"/>
                    <a:pt x="32" y="6"/>
                    <a:pt x="30" y="5"/>
                  </a:cubicBezTo>
                  <a:cubicBezTo>
                    <a:pt x="27" y="3"/>
                    <a:pt x="25" y="2"/>
                    <a:pt x="21" y="2"/>
                  </a:cubicBezTo>
                  <a:cubicBezTo>
                    <a:pt x="19" y="2"/>
                    <a:pt x="16" y="3"/>
                    <a:pt x="14" y="4"/>
                  </a:cubicBezTo>
                  <a:cubicBezTo>
                    <a:pt x="12" y="5"/>
                    <a:pt x="10" y="7"/>
                    <a:pt x="9" y="10"/>
                  </a:cubicBezTo>
                  <a:cubicBezTo>
                    <a:pt x="7" y="13"/>
                    <a:pt x="7" y="16"/>
                    <a:pt x="7" y="20"/>
                  </a:cubicBezTo>
                  <a:cubicBezTo>
                    <a:pt x="7" y="24"/>
                    <a:pt x="7" y="27"/>
                    <a:pt x="9" y="29"/>
                  </a:cubicBezTo>
                  <a:cubicBezTo>
                    <a:pt x="10" y="32"/>
                    <a:pt x="12" y="33"/>
                    <a:pt x="14" y="35"/>
                  </a:cubicBezTo>
                  <a:cubicBezTo>
                    <a:pt x="16" y="36"/>
                    <a:pt x="19" y="37"/>
                    <a:pt x="22" y="37"/>
                  </a:cubicBezTo>
                  <a:cubicBezTo>
                    <a:pt x="25" y="37"/>
                    <a:pt x="27" y="36"/>
                    <a:pt x="29" y="35"/>
                  </a:cubicBezTo>
                  <a:cubicBezTo>
                    <a:pt x="31" y="34"/>
                    <a:pt x="34" y="32"/>
                    <a:pt x="36" y="29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5" y="33"/>
                    <a:pt x="32" y="35"/>
                    <a:pt x="30" y="37"/>
                  </a:cubicBezTo>
                  <a:cubicBezTo>
                    <a:pt x="27" y="38"/>
                    <a:pt x="24" y="39"/>
                    <a:pt x="20" y="39"/>
                  </a:cubicBezTo>
                  <a:cubicBezTo>
                    <a:pt x="13" y="39"/>
                    <a:pt x="8" y="37"/>
                    <a:pt x="4" y="32"/>
                  </a:cubicBezTo>
                  <a:cubicBezTo>
                    <a:pt x="1" y="29"/>
                    <a:pt x="0" y="25"/>
                    <a:pt x="0" y="20"/>
                  </a:cubicBezTo>
                  <a:cubicBezTo>
                    <a:pt x="0" y="17"/>
                    <a:pt x="1" y="13"/>
                    <a:pt x="3" y="10"/>
                  </a:cubicBezTo>
                  <a:cubicBezTo>
                    <a:pt x="4" y="7"/>
                    <a:pt x="7" y="5"/>
                    <a:pt x="10" y="3"/>
                  </a:cubicBezTo>
                  <a:cubicBezTo>
                    <a:pt x="13" y="1"/>
                    <a:pt x="17" y="0"/>
                    <a:pt x="21" y="0"/>
                  </a:cubicBezTo>
                  <a:cubicBezTo>
                    <a:pt x="24" y="0"/>
                    <a:pt x="27" y="1"/>
                    <a:pt x="30" y="2"/>
                  </a:cubicBezTo>
                  <a:cubicBezTo>
                    <a:pt x="30" y="3"/>
                    <a:pt x="31" y="3"/>
                    <a:pt x="31" y="3"/>
                  </a:cubicBezTo>
                  <a:cubicBezTo>
                    <a:pt x="32" y="3"/>
                    <a:pt x="32" y="3"/>
                    <a:pt x="33" y="2"/>
                  </a:cubicBezTo>
                  <a:cubicBezTo>
                    <a:pt x="33" y="2"/>
                    <a:pt x="34" y="1"/>
                    <a:pt x="34" y="0"/>
                  </a:cubicBezTo>
                  <a:lnTo>
                    <a:pt x="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09CD31CD-313B-E74C-BC04-6A9F1674E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2326"/>
              <a:ext cx="82" cy="71"/>
            </a:xfrm>
            <a:custGeom>
              <a:avLst/>
              <a:gdLst>
                <a:gd name="T0" fmla="*/ 12 w 43"/>
                <a:gd name="T1" fmla="*/ 17 h 37"/>
                <a:gd name="T2" fmla="*/ 31 w 43"/>
                <a:gd name="T3" fmla="*/ 17 h 37"/>
                <a:gd name="T4" fmla="*/ 31 w 43"/>
                <a:gd name="T5" fmla="*/ 7 h 37"/>
                <a:gd name="T6" fmla="*/ 31 w 43"/>
                <a:gd name="T7" fmla="*/ 3 h 37"/>
                <a:gd name="T8" fmla="*/ 30 w 43"/>
                <a:gd name="T9" fmla="*/ 2 h 37"/>
                <a:gd name="T10" fmla="*/ 27 w 43"/>
                <a:gd name="T11" fmla="*/ 1 h 37"/>
                <a:gd name="T12" fmla="*/ 25 w 43"/>
                <a:gd name="T13" fmla="*/ 1 h 37"/>
                <a:gd name="T14" fmla="*/ 25 w 43"/>
                <a:gd name="T15" fmla="*/ 0 h 37"/>
                <a:gd name="T16" fmla="*/ 43 w 43"/>
                <a:gd name="T17" fmla="*/ 0 h 37"/>
                <a:gd name="T18" fmla="*/ 43 w 43"/>
                <a:gd name="T19" fmla="*/ 1 h 37"/>
                <a:gd name="T20" fmla="*/ 42 w 43"/>
                <a:gd name="T21" fmla="*/ 1 h 37"/>
                <a:gd name="T22" fmla="*/ 39 w 43"/>
                <a:gd name="T23" fmla="*/ 2 h 37"/>
                <a:gd name="T24" fmla="*/ 37 w 43"/>
                <a:gd name="T25" fmla="*/ 3 h 37"/>
                <a:gd name="T26" fmla="*/ 37 w 43"/>
                <a:gd name="T27" fmla="*/ 7 h 37"/>
                <a:gd name="T28" fmla="*/ 37 w 43"/>
                <a:gd name="T29" fmla="*/ 31 h 37"/>
                <a:gd name="T30" fmla="*/ 37 w 43"/>
                <a:gd name="T31" fmla="*/ 34 h 37"/>
                <a:gd name="T32" fmla="*/ 39 w 43"/>
                <a:gd name="T33" fmla="*/ 36 h 37"/>
                <a:gd name="T34" fmla="*/ 42 w 43"/>
                <a:gd name="T35" fmla="*/ 36 h 37"/>
                <a:gd name="T36" fmla="*/ 43 w 43"/>
                <a:gd name="T37" fmla="*/ 36 h 37"/>
                <a:gd name="T38" fmla="*/ 43 w 43"/>
                <a:gd name="T39" fmla="*/ 37 h 37"/>
                <a:gd name="T40" fmla="*/ 25 w 43"/>
                <a:gd name="T41" fmla="*/ 37 h 37"/>
                <a:gd name="T42" fmla="*/ 25 w 43"/>
                <a:gd name="T43" fmla="*/ 36 h 37"/>
                <a:gd name="T44" fmla="*/ 27 w 43"/>
                <a:gd name="T45" fmla="*/ 36 h 37"/>
                <a:gd name="T46" fmla="*/ 31 w 43"/>
                <a:gd name="T47" fmla="*/ 35 h 37"/>
                <a:gd name="T48" fmla="*/ 31 w 43"/>
                <a:gd name="T49" fmla="*/ 31 h 37"/>
                <a:gd name="T50" fmla="*/ 31 w 43"/>
                <a:gd name="T51" fmla="*/ 19 h 37"/>
                <a:gd name="T52" fmla="*/ 12 w 43"/>
                <a:gd name="T53" fmla="*/ 19 h 37"/>
                <a:gd name="T54" fmla="*/ 12 w 43"/>
                <a:gd name="T55" fmla="*/ 31 h 37"/>
                <a:gd name="T56" fmla="*/ 13 w 43"/>
                <a:gd name="T57" fmla="*/ 34 h 37"/>
                <a:gd name="T58" fmla="*/ 14 w 43"/>
                <a:gd name="T59" fmla="*/ 36 h 37"/>
                <a:gd name="T60" fmla="*/ 17 w 43"/>
                <a:gd name="T61" fmla="*/ 36 h 37"/>
                <a:gd name="T62" fmla="*/ 18 w 43"/>
                <a:gd name="T63" fmla="*/ 36 h 37"/>
                <a:gd name="T64" fmla="*/ 18 w 43"/>
                <a:gd name="T65" fmla="*/ 37 h 37"/>
                <a:gd name="T66" fmla="*/ 0 w 43"/>
                <a:gd name="T67" fmla="*/ 37 h 37"/>
                <a:gd name="T68" fmla="*/ 0 w 43"/>
                <a:gd name="T69" fmla="*/ 36 h 37"/>
                <a:gd name="T70" fmla="*/ 2 w 43"/>
                <a:gd name="T71" fmla="*/ 36 h 37"/>
                <a:gd name="T72" fmla="*/ 6 w 43"/>
                <a:gd name="T73" fmla="*/ 35 h 37"/>
                <a:gd name="T74" fmla="*/ 6 w 43"/>
                <a:gd name="T75" fmla="*/ 31 h 37"/>
                <a:gd name="T76" fmla="*/ 6 w 43"/>
                <a:gd name="T77" fmla="*/ 7 h 37"/>
                <a:gd name="T78" fmla="*/ 6 w 43"/>
                <a:gd name="T79" fmla="*/ 3 h 37"/>
                <a:gd name="T80" fmla="*/ 5 w 43"/>
                <a:gd name="T81" fmla="*/ 2 h 37"/>
                <a:gd name="T82" fmla="*/ 2 w 43"/>
                <a:gd name="T83" fmla="*/ 1 h 37"/>
                <a:gd name="T84" fmla="*/ 0 w 43"/>
                <a:gd name="T85" fmla="*/ 1 h 37"/>
                <a:gd name="T86" fmla="*/ 0 w 43"/>
                <a:gd name="T87" fmla="*/ 0 h 37"/>
                <a:gd name="T88" fmla="*/ 18 w 43"/>
                <a:gd name="T89" fmla="*/ 0 h 37"/>
                <a:gd name="T90" fmla="*/ 18 w 43"/>
                <a:gd name="T91" fmla="*/ 1 h 37"/>
                <a:gd name="T92" fmla="*/ 17 w 43"/>
                <a:gd name="T93" fmla="*/ 1 h 37"/>
                <a:gd name="T94" fmla="*/ 14 w 43"/>
                <a:gd name="T95" fmla="*/ 2 h 37"/>
                <a:gd name="T96" fmla="*/ 13 w 43"/>
                <a:gd name="T97" fmla="*/ 3 h 37"/>
                <a:gd name="T98" fmla="*/ 12 w 43"/>
                <a:gd name="T99" fmla="*/ 7 h 37"/>
                <a:gd name="T100" fmla="*/ 12 w 43"/>
                <a:gd name="T101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3" h="37">
                  <a:moveTo>
                    <a:pt x="12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5"/>
                    <a:pt x="31" y="3"/>
                    <a:pt x="31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1" y="1"/>
                    <a:pt x="40" y="1"/>
                    <a:pt x="39" y="2"/>
                  </a:cubicBezTo>
                  <a:cubicBezTo>
                    <a:pt x="38" y="2"/>
                    <a:pt x="38" y="2"/>
                    <a:pt x="37" y="3"/>
                  </a:cubicBezTo>
                  <a:cubicBezTo>
                    <a:pt x="37" y="4"/>
                    <a:pt x="37" y="5"/>
                    <a:pt x="37" y="7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3"/>
                    <a:pt x="37" y="34"/>
                    <a:pt x="37" y="34"/>
                  </a:cubicBezTo>
                  <a:cubicBezTo>
                    <a:pt x="38" y="35"/>
                    <a:pt x="38" y="35"/>
                    <a:pt x="39" y="36"/>
                  </a:cubicBezTo>
                  <a:cubicBezTo>
                    <a:pt x="40" y="36"/>
                    <a:pt x="41" y="36"/>
                    <a:pt x="42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9" y="36"/>
                    <a:pt x="30" y="36"/>
                    <a:pt x="31" y="35"/>
                  </a:cubicBezTo>
                  <a:cubicBezTo>
                    <a:pt x="31" y="34"/>
                    <a:pt x="31" y="33"/>
                    <a:pt x="31" y="31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3" y="34"/>
                  </a:cubicBezTo>
                  <a:cubicBezTo>
                    <a:pt x="13" y="35"/>
                    <a:pt x="13" y="35"/>
                    <a:pt x="14" y="36"/>
                  </a:cubicBezTo>
                  <a:cubicBezTo>
                    <a:pt x="15" y="36"/>
                    <a:pt x="16" y="36"/>
                    <a:pt x="17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4" y="36"/>
                    <a:pt x="5" y="36"/>
                    <a:pt x="6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5"/>
                    <a:pt x="6" y="3"/>
                    <a:pt x="6" y="3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5" y="1"/>
                    <a:pt x="14" y="2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2" y="4"/>
                    <a:pt x="12" y="5"/>
                    <a:pt x="12" y="7"/>
                  </a:cubicBezTo>
                  <a:lnTo>
                    <a:pt x="12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E205B063-0DA0-A24C-89A0-F19748912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7" y="2326"/>
              <a:ext cx="35" cy="71"/>
            </a:xfrm>
            <a:custGeom>
              <a:avLst/>
              <a:gdLst>
                <a:gd name="T0" fmla="*/ 18 w 18"/>
                <a:gd name="T1" fmla="*/ 36 h 37"/>
                <a:gd name="T2" fmla="*/ 18 w 18"/>
                <a:gd name="T3" fmla="*/ 37 h 37"/>
                <a:gd name="T4" fmla="*/ 0 w 18"/>
                <a:gd name="T5" fmla="*/ 37 h 37"/>
                <a:gd name="T6" fmla="*/ 0 w 18"/>
                <a:gd name="T7" fmla="*/ 36 h 37"/>
                <a:gd name="T8" fmla="*/ 2 w 18"/>
                <a:gd name="T9" fmla="*/ 36 h 37"/>
                <a:gd name="T10" fmla="*/ 5 w 18"/>
                <a:gd name="T11" fmla="*/ 35 h 37"/>
                <a:gd name="T12" fmla="*/ 6 w 18"/>
                <a:gd name="T13" fmla="*/ 31 h 37"/>
                <a:gd name="T14" fmla="*/ 6 w 18"/>
                <a:gd name="T15" fmla="*/ 7 h 37"/>
                <a:gd name="T16" fmla="*/ 6 w 18"/>
                <a:gd name="T17" fmla="*/ 3 h 37"/>
                <a:gd name="T18" fmla="*/ 4 w 18"/>
                <a:gd name="T19" fmla="*/ 2 h 37"/>
                <a:gd name="T20" fmla="*/ 2 w 18"/>
                <a:gd name="T21" fmla="*/ 1 h 37"/>
                <a:gd name="T22" fmla="*/ 0 w 18"/>
                <a:gd name="T23" fmla="*/ 1 h 37"/>
                <a:gd name="T24" fmla="*/ 0 w 18"/>
                <a:gd name="T25" fmla="*/ 0 h 37"/>
                <a:gd name="T26" fmla="*/ 18 w 18"/>
                <a:gd name="T27" fmla="*/ 0 h 37"/>
                <a:gd name="T28" fmla="*/ 18 w 18"/>
                <a:gd name="T29" fmla="*/ 1 h 37"/>
                <a:gd name="T30" fmla="*/ 16 w 18"/>
                <a:gd name="T31" fmla="*/ 1 h 37"/>
                <a:gd name="T32" fmla="*/ 13 w 18"/>
                <a:gd name="T33" fmla="*/ 2 h 37"/>
                <a:gd name="T34" fmla="*/ 12 w 18"/>
                <a:gd name="T35" fmla="*/ 7 h 37"/>
                <a:gd name="T36" fmla="*/ 12 w 18"/>
                <a:gd name="T37" fmla="*/ 31 h 37"/>
                <a:gd name="T38" fmla="*/ 12 w 18"/>
                <a:gd name="T39" fmla="*/ 34 h 37"/>
                <a:gd name="T40" fmla="*/ 13 w 18"/>
                <a:gd name="T41" fmla="*/ 36 h 37"/>
                <a:gd name="T42" fmla="*/ 16 w 18"/>
                <a:gd name="T43" fmla="*/ 36 h 37"/>
                <a:gd name="T44" fmla="*/ 18 w 18"/>
                <a:gd name="T4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37">
                  <a:moveTo>
                    <a:pt x="18" y="36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5" y="36"/>
                    <a:pt x="5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5" y="2"/>
                    <a:pt x="5" y="2"/>
                    <a:pt x="4" y="2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3" y="1"/>
                    <a:pt x="13" y="2"/>
                  </a:cubicBezTo>
                  <a:cubicBezTo>
                    <a:pt x="12" y="3"/>
                    <a:pt x="12" y="4"/>
                    <a:pt x="12" y="7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2" y="35"/>
                    <a:pt x="13" y="35"/>
                    <a:pt x="13" y="36"/>
                  </a:cubicBezTo>
                  <a:cubicBezTo>
                    <a:pt x="14" y="36"/>
                    <a:pt x="15" y="36"/>
                    <a:pt x="16" y="36"/>
                  </a:cubicBezTo>
                  <a:lnTo>
                    <a:pt x="1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84C5EC5D-A390-D54B-92F7-C0DADEC0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2326"/>
              <a:ext cx="86" cy="73"/>
            </a:xfrm>
            <a:custGeom>
              <a:avLst/>
              <a:gdLst>
                <a:gd name="T0" fmla="*/ 0 w 45"/>
                <a:gd name="T1" fmla="*/ 0 h 38"/>
                <a:gd name="T2" fmla="*/ 11 w 45"/>
                <a:gd name="T3" fmla="*/ 0 h 38"/>
                <a:gd name="T4" fmla="*/ 36 w 45"/>
                <a:gd name="T5" fmla="*/ 28 h 38"/>
                <a:gd name="T6" fmla="*/ 36 w 45"/>
                <a:gd name="T7" fmla="*/ 6 h 38"/>
                <a:gd name="T8" fmla="*/ 35 w 45"/>
                <a:gd name="T9" fmla="*/ 2 h 38"/>
                <a:gd name="T10" fmla="*/ 32 w 45"/>
                <a:gd name="T11" fmla="*/ 1 h 38"/>
                <a:gd name="T12" fmla="*/ 30 w 45"/>
                <a:gd name="T13" fmla="*/ 1 h 38"/>
                <a:gd name="T14" fmla="*/ 30 w 45"/>
                <a:gd name="T15" fmla="*/ 0 h 38"/>
                <a:gd name="T16" fmla="*/ 45 w 45"/>
                <a:gd name="T17" fmla="*/ 0 h 38"/>
                <a:gd name="T18" fmla="*/ 45 w 45"/>
                <a:gd name="T19" fmla="*/ 1 h 38"/>
                <a:gd name="T20" fmla="*/ 43 w 45"/>
                <a:gd name="T21" fmla="*/ 1 h 38"/>
                <a:gd name="T22" fmla="*/ 39 w 45"/>
                <a:gd name="T23" fmla="*/ 2 h 38"/>
                <a:gd name="T24" fmla="*/ 39 w 45"/>
                <a:gd name="T25" fmla="*/ 6 h 38"/>
                <a:gd name="T26" fmla="*/ 39 w 45"/>
                <a:gd name="T27" fmla="*/ 38 h 38"/>
                <a:gd name="T28" fmla="*/ 38 w 45"/>
                <a:gd name="T29" fmla="*/ 38 h 38"/>
                <a:gd name="T30" fmla="*/ 11 w 45"/>
                <a:gd name="T31" fmla="*/ 8 h 38"/>
                <a:gd name="T32" fmla="*/ 11 w 45"/>
                <a:gd name="T33" fmla="*/ 31 h 38"/>
                <a:gd name="T34" fmla="*/ 11 w 45"/>
                <a:gd name="T35" fmla="*/ 35 h 38"/>
                <a:gd name="T36" fmla="*/ 15 w 45"/>
                <a:gd name="T37" fmla="*/ 36 h 38"/>
                <a:gd name="T38" fmla="*/ 16 w 45"/>
                <a:gd name="T39" fmla="*/ 36 h 38"/>
                <a:gd name="T40" fmla="*/ 16 w 45"/>
                <a:gd name="T41" fmla="*/ 37 h 38"/>
                <a:gd name="T42" fmla="*/ 2 w 45"/>
                <a:gd name="T43" fmla="*/ 37 h 38"/>
                <a:gd name="T44" fmla="*/ 2 w 45"/>
                <a:gd name="T45" fmla="*/ 36 h 38"/>
                <a:gd name="T46" fmla="*/ 3 w 45"/>
                <a:gd name="T47" fmla="*/ 36 h 38"/>
                <a:gd name="T48" fmla="*/ 7 w 45"/>
                <a:gd name="T49" fmla="*/ 35 h 38"/>
                <a:gd name="T50" fmla="*/ 8 w 45"/>
                <a:gd name="T51" fmla="*/ 31 h 38"/>
                <a:gd name="T52" fmla="*/ 8 w 45"/>
                <a:gd name="T53" fmla="*/ 5 h 38"/>
                <a:gd name="T54" fmla="*/ 5 w 45"/>
                <a:gd name="T55" fmla="*/ 2 h 38"/>
                <a:gd name="T56" fmla="*/ 2 w 45"/>
                <a:gd name="T57" fmla="*/ 1 h 38"/>
                <a:gd name="T58" fmla="*/ 0 w 45"/>
                <a:gd name="T59" fmla="*/ 1 h 38"/>
                <a:gd name="T60" fmla="*/ 0 w 45"/>
                <a:gd name="T6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" h="38">
                  <a:moveTo>
                    <a:pt x="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4"/>
                    <a:pt x="36" y="3"/>
                    <a:pt x="35" y="2"/>
                  </a:cubicBezTo>
                  <a:cubicBezTo>
                    <a:pt x="34" y="1"/>
                    <a:pt x="33" y="1"/>
                    <a:pt x="32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1" y="1"/>
                    <a:pt x="40" y="2"/>
                    <a:pt x="39" y="2"/>
                  </a:cubicBezTo>
                  <a:cubicBezTo>
                    <a:pt x="39" y="3"/>
                    <a:pt x="39" y="4"/>
                    <a:pt x="39" y="6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3"/>
                    <a:pt x="11" y="35"/>
                    <a:pt x="11" y="35"/>
                  </a:cubicBezTo>
                  <a:cubicBezTo>
                    <a:pt x="12" y="36"/>
                    <a:pt x="13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5" y="36"/>
                    <a:pt x="6" y="36"/>
                    <a:pt x="7" y="35"/>
                  </a:cubicBezTo>
                  <a:cubicBezTo>
                    <a:pt x="8" y="34"/>
                    <a:pt x="8" y="33"/>
                    <a:pt x="8" y="3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4"/>
                    <a:pt x="6" y="3"/>
                    <a:pt x="5" y="2"/>
                  </a:cubicBezTo>
                  <a:cubicBezTo>
                    <a:pt x="4" y="2"/>
                    <a:pt x="4" y="2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54EA0E96-1378-EF4B-8BA2-54A88F90C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38" y="2324"/>
              <a:ext cx="84" cy="73"/>
            </a:xfrm>
            <a:custGeom>
              <a:avLst/>
              <a:gdLst>
                <a:gd name="T0" fmla="*/ 28 w 44"/>
                <a:gd name="T1" fmla="*/ 26 h 38"/>
                <a:gd name="T2" fmla="*/ 12 w 44"/>
                <a:gd name="T3" fmla="*/ 26 h 38"/>
                <a:gd name="T4" fmla="*/ 9 w 44"/>
                <a:gd name="T5" fmla="*/ 32 h 38"/>
                <a:gd name="T6" fmla="*/ 8 w 44"/>
                <a:gd name="T7" fmla="*/ 35 h 38"/>
                <a:gd name="T8" fmla="*/ 9 w 44"/>
                <a:gd name="T9" fmla="*/ 37 h 38"/>
                <a:gd name="T10" fmla="*/ 13 w 44"/>
                <a:gd name="T11" fmla="*/ 37 h 38"/>
                <a:gd name="T12" fmla="*/ 13 w 44"/>
                <a:gd name="T13" fmla="*/ 38 h 38"/>
                <a:gd name="T14" fmla="*/ 0 w 44"/>
                <a:gd name="T15" fmla="*/ 38 h 38"/>
                <a:gd name="T16" fmla="*/ 0 w 44"/>
                <a:gd name="T17" fmla="*/ 37 h 38"/>
                <a:gd name="T18" fmla="*/ 4 w 44"/>
                <a:gd name="T19" fmla="*/ 36 h 38"/>
                <a:gd name="T20" fmla="*/ 7 w 44"/>
                <a:gd name="T21" fmla="*/ 31 h 38"/>
                <a:gd name="T22" fmla="*/ 22 w 44"/>
                <a:gd name="T23" fmla="*/ 0 h 38"/>
                <a:gd name="T24" fmla="*/ 23 w 44"/>
                <a:gd name="T25" fmla="*/ 0 h 38"/>
                <a:gd name="T26" fmla="*/ 37 w 44"/>
                <a:gd name="T27" fmla="*/ 31 h 38"/>
                <a:gd name="T28" fmla="*/ 40 w 44"/>
                <a:gd name="T29" fmla="*/ 36 h 38"/>
                <a:gd name="T30" fmla="*/ 44 w 44"/>
                <a:gd name="T31" fmla="*/ 37 h 38"/>
                <a:gd name="T32" fmla="*/ 44 w 44"/>
                <a:gd name="T33" fmla="*/ 38 h 38"/>
                <a:gd name="T34" fmla="*/ 28 w 44"/>
                <a:gd name="T35" fmla="*/ 38 h 38"/>
                <a:gd name="T36" fmla="*/ 28 w 44"/>
                <a:gd name="T37" fmla="*/ 37 h 38"/>
                <a:gd name="T38" fmla="*/ 31 w 44"/>
                <a:gd name="T39" fmla="*/ 37 h 38"/>
                <a:gd name="T40" fmla="*/ 32 w 44"/>
                <a:gd name="T41" fmla="*/ 35 h 38"/>
                <a:gd name="T42" fmla="*/ 31 w 44"/>
                <a:gd name="T43" fmla="*/ 31 h 38"/>
                <a:gd name="T44" fmla="*/ 28 w 44"/>
                <a:gd name="T45" fmla="*/ 26 h 38"/>
                <a:gd name="T46" fmla="*/ 27 w 44"/>
                <a:gd name="T47" fmla="*/ 24 h 38"/>
                <a:gd name="T48" fmla="*/ 20 w 44"/>
                <a:gd name="T49" fmla="*/ 9 h 38"/>
                <a:gd name="T50" fmla="*/ 13 w 44"/>
                <a:gd name="T51" fmla="*/ 24 h 38"/>
                <a:gd name="T52" fmla="*/ 27 w 44"/>
                <a:gd name="T53" fmla="*/ 2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" h="38">
                  <a:moveTo>
                    <a:pt x="28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3"/>
                    <a:pt x="8" y="34"/>
                    <a:pt x="8" y="35"/>
                  </a:cubicBezTo>
                  <a:cubicBezTo>
                    <a:pt x="8" y="36"/>
                    <a:pt x="9" y="36"/>
                    <a:pt x="9" y="37"/>
                  </a:cubicBezTo>
                  <a:cubicBezTo>
                    <a:pt x="10" y="37"/>
                    <a:pt x="11" y="37"/>
                    <a:pt x="13" y="37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37"/>
                    <a:pt x="3" y="37"/>
                    <a:pt x="4" y="36"/>
                  </a:cubicBezTo>
                  <a:cubicBezTo>
                    <a:pt x="5" y="35"/>
                    <a:pt x="6" y="34"/>
                    <a:pt x="7" y="3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4"/>
                    <a:pt x="39" y="35"/>
                    <a:pt x="40" y="36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9" y="37"/>
                    <a:pt x="31" y="37"/>
                    <a:pt x="31" y="37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4"/>
                    <a:pt x="32" y="33"/>
                    <a:pt x="31" y="31"/>
                  </a:cubicBezTo>
                  <a:lnTo>
                    <a:pt x="28" y="26"/>
                  </a:lnTo>
                  <a:close/>
                  <a:moveTo>
                    <a:pt x="27" y="24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8D56E818-F198-EF45-9B59-8A2E11398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326"/>
              <a:ext cx="84" cy="73"/>
            </a:xfrm>
            <a:custGeom>
              <a:avLst/>
              <a:gdLst>
                <a:gd name="T0" fmla="*/ 29 w 44"/>
                <a:gd name="T1" fmla="*/ 1 h 38"/>
                <a:gd name="T2" fmla="*/ 29 w 44"/>
                <a:gd name="T3" fmla="*/ 0 h 38"/>
                <a:gd name="T4" fmla="*/ 44 w 44"/>
                <a:gd name="T5" fmla="*/ 0 h 38"/>
                <a:gd name="T6" fmla="*/ 44 w 44"/>
                <a:gd name="T7" fmla="*/ 1 h 38"/>
                <a:gd name="T8" fmla="*/ 42 w 44"/>
                <a:gd name="T9" fmla="*/ 1 h 38"/>
                <a:gd name="T10" fmla="*/ 38 w 44"/>
                <a:gd name="T11" fmla="*/ 3 h 38"/>
                <a:gd name="T12" fmla="*/ 38 w 44"/>
                <a:gd name="T13" fmla="*/ 7 h 38"/>
                <a:gd name="T14" fmla="*/ 38 w 44"/>
                <a:gd name="T15" fmla="*/ 22 h 38"/>
                <a:gd name="T16" fmla="*/ 36 w 44"/>
                <a:gd name="T17" fmla="*/ 31 h 38"/>
                <a:gd name="T18" fmla="*/ 32 w 44"/>
                <a:gd name="T19" fmla="*/ 36 h 38"/>
                <a:gd name="T20" fmla="*/ 22 w 44"/>
                <a:gd name="T21" fmla="*/ 38 h 38"/>
                <a:gd name="T22" fmla="*/ 12 w 44"/>
                <a:gd name="T23" fmla="*/ 36 h 38"/>
                <a:gd name="T24" fmla="*/ 7 w 44"/>
                <a:gd name="T25" fmla="*/ 30 h 38"/>
                <a:gd name="T26" fmla="*/ 6 w 44"/>
                <a:gd name="T27" fmla="*/ 21 h 38"/>
                <a:gd name="T28" fmla="*/ 6 w 44"/>
                <a:gd name="T29" fmla="*/ 7 h 38"/>
                <a:gd name="T30" fmla="*/ 5 w 44"/>
                <a:gd name="T31" fmla="*/ 2 h 38"/>
                <a:gd name="T32" fmla="*/ 1 w 44"/>
                <a:gd name="T33" fmla="*/ 1 h 38"/>
                <a:gd name="T34" fmla="*/ 0 w 44"/>
                <a:gd name="T35" fmla="*/ 1 h 38"/>
                <a:gd name="T36" fmla="*/ 0 w 44"/>
                <a:gd name="T37" fmla="*/ 0 h 38"/>
                <a:gd name="T38" fmla="*/ 18 w 44"/>
                <a:gd name="T39" fmla="*/ 0 h 38"/>
                <a:gd name="T40" fmla="*/ 18 w 44"/>
                <a:gd name="T41" fmla="*/ 1 h 38"/>
                <a:gd name="T42" fmla="*/ 16 w 44"/>
                <a:gd name="T43" fmla="*/ 1 h 38"/>
                <a:gd name="T44" fmla="*/ 12 w 44"/>
                <a:gd name="T45" fmla="*/ 3 h 38"/>
                <a:gd name="T46" fmla="*/ 12 w 44"/>
                <a:gd name="T47" fmla="*/ 7 h 38"/>
                <a:gd name="T48" fmla="*/ 12 w 44"/>
                <a:gd name="T49" fmla="*/ 23 h 38"/>
                <a:gd name="T50" fmla="*/ 12 w 44"/>
                <a:gd name="T51" fmla="*/ 28 h 38"/>
                <a:gd name="T52" fmla="*/ 14 w 44"/>
                <a:gd name="T53" fmla="*/ 32 h 38"/>
                <a:gd name="T54" fmla="*/ 17 w 44"/>
                <a:gd name="T55" fmla="*/ 35 h 38"/>
                <a:gd name="T56" fmla="*/ 22 w 44"/>
                <a:gd name="T57" fmla="*/ 36 h 38"/>
                <a:gd name="T58" fmla="*/ 29 w 44"/>
                <a:gd name="T59" fmla="*/ 34 h 38"/>
                <a:gd name="T60" fmla="*/ 34 w 44"/>
                <a:gd name="T61" fmla="*/ 30 h 38"/>
                <a:gd name="T62" fmla="*/ 35 w 44"/>
                <a:gd name="T63" fmla="*/ 22 h 38"/>
                <a:gd name="T64" fmla="*/ 35 w 44"/>
                <a:gd name="T65" fmla="*/ 7 h 38"/>
                <a:gd name="T66" fmla="*/ 34 w 44"/>
                <a:gd name="T67" fmla="*/ 2 h 38"/>
                <a:gd name="T68" fmla="*/ 31 w 44"/>
                <a:gd name="T69" fmla="*/ 1 h 38"/>
                <a:gd name="T70" fmla="*/ 29 w 44"/>
                <a:gd name="T7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8">
                  <a:moveTo>
                    <a:pt x="29" y="1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0" y="1"/>
                    <a:pt x="39" y="2"/>
                    <a:pt x="38" y="3"/>
                  </a:cubicBezTo>
                  <a:cubicBezTo>
                    <a:pt x="38" y="3"/>
                    <a:pt x="38" y="5"/>
                    <a:pt x="38" y="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6"/>
                    <a:pt x="37" y="29"/>
                    <a:pt x="36" y="31"/>
                  </a:cubicBezTo>
                  <a:cubicBezTo>
                    <a:pt x="36" y="33"/>
                    <a:pt x="34" y="34"/>
                    <a:pt x="32" y="36"/>
                  </a:cubicBezTo>
                  <a:cubicBezTo>
                    <a:pt x="29" y="37"/>
                    <a:pt x="26" y="38"/>
                    <a:pt x="22" y="38"/>
                  </a:cubicBezTo>
                  <a:cubicBezTo>
                    <a:pt x="17" y="38"/>
                    <a:pt x="14" y="37"/>
                    <a:pt x="12" y="36"/>
                  </a:cubicBezTo>
                  <a:cubicBezTo>
                    <a:pt x="9" y="35"/>
                    <a:pt x="8" y="33"/>
                    <a:pt x="7" y="30"/>
                  </a:cubicBezTo>
                  <a:cubicBezTo>
                    <a:pt x="6" y="29"/>
                    <a:pt x="6" y="26"/>
                    <a:pt x="6" y="2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5" y="3"/>
                    <a:pt x="5" y="2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4" y="1"/>
                    <a:pt x="13" y="2"/>
                    <a:pt x="12" y="3"/>
                  </a:cubicBezTo>
                  <a:cubicBezTo>
                    <a:pt x="12" y="3"/>
                    <a:pt x="12" y="5"/>
                    <a:pt x="12" y="7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4"/>
                    <a:pt x="12" y="26"/>
                    <a:pt x="12" y="28"/>
                  </a:cubicBezTo>
                  <a:cubicBezTo>
                    <a:pt x="12" y="30"/>
                    <a:pt x="13" y="31"/>
                    <a:pt x="14" y="32"/>
                  </a:cubicBezTo>
                  <a:cubicBezTo>
                    <a:pt x="14" y="33"/>
                    <a:pt x="15" y="34"/>
                    <a:pt x="17" y="35"/>
                  </a:cubicBezTo>
                  <a:cubicBezTo>
                    <a:pt x="18" y="35"/>
                    <a:pt x="20" y="36"/>
                    <a:pt x="22" y="36"/>
                  </a:cubicBezTo>
                  <a:cubicBezTo>
                    <a:pt x="25" y="36"/>
                    <a:pt x="27" y="35"/>
                    <a:pt x="29" y="34"/>
                  </a:cubicBezTo>
                  <a:cubicBezTo>
                    <a:pt x="32" y="33"/>
                    <a:pt x="33" y="32"/>
                    <a:pt x="34" y="30"/>
                  </a:cubicBezTo>
                  <a:cubicBezTo>
                    <a:pt x="35" y="28"/>
                    <a:pt x="35" y="26"/>
                    <a:pt x="35" y="22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4"/>
                    <a:pt x="35" y="3"/>
                    <a:pt x="34" y="2"/>
                  </a:cubicBezTo>
                  <a:cubicBezTo>
                    <a:pt x="33" y="1"/>
                    <a:pt x="32" y="1"/>
                    <a:pt x="31" y="1"/>
                  </a:cubicBezTo>
                  <a:lnTo>
                    <a:pt x="29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7" name="Freeform 30">
              <a:extLst>
                <a:ext uri="{FF2B5EF4-FFF2-40B4-BE49-F238E27FC236}">
                  <a16:creationId xmlns:a16="http://schemas.microsoft.com/office/drawing/2014/main" id="{8EFA1B01-633A-AF4C-8CE2-85DBF1DE4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26"/>
              <a:ext cx="85" cy="73"/>
            </a:xfrm>
            <a:custGeom>
              <a:avLst/>
              <a:gdLst>
                <a:gd name="T0" fmla="*/ 0 w 45"/>
                <a:gd name="T1" fmla="*/ 0 h 38"/>
                <a:gd name="T2" fmla="*/ 11 w 45"/>
                <a:gd name="T3" fmla="*/ 0 h 38"/>
                <a:gd name="T4" fmla="*/ 36 w 45"/>
                <a:gd name="T5" fmla="*/ 28 h 38"/>
                <a:gd name="T6" fmla="*/ 36 w 45"/>
                <a:gd name="T7" fmla="*/ 6 h 38"/>
                <a:gd name="T8" fmla="*/ 35 w 45"/>
                <a:gd name="T9" fmla="*/ 2 h 38"/>
                <a:gd name="T10" fmla="*/ 32 w 45"/>
                <a:gd name="T11" fmla="*/ 1 h 38"/>
                <a:gd name="T12" fmla="*/ 30 w 45"/>
                <a:gd name="T13" fmla="*/ 1 h 38"/>
                <a:gd name="T14" fmla="*/ 30 w 45"/>
                <a:gd name="T15" fmla="*/ 0 h 38"/>
                <a:gd name="T16" fmla="*/ 45 w 45"/>
                <a:gd name="T17" fmla="*/ 0 h 38"/>
                <a:gd name="T18" fmla="*/ 45 w 45"/>
                <a:gd name="T19" fmla="*/ 1 h 38"/>
                <a:gd name="T20" fmla="*/ 43 w 45"/>
                <a:gd name="T21" fmla="*/ 1 h 38"/>
                <a:gd name="T22" fmla="*/ 39 w 45"/>
                <a:gd name="T23" fmla="*/ 2 h 38"/>
                <a:gd name="T24" fmla="*/ 39 w 45"/>
                <a:gd name="T25" fmla="*/ 6 h 38"/>
                <a:gd name="T26" fmla="*/ 39 w 45"/>
                <a:gd name="T27" fmla="*/ 38 h 38"/>
                <a:gd name="T28" fmla="*/ 38 w 45"/>
                <a:gd name="T29" fmla="*/ 38 h 38"/>
                <a:gd name="T30" fmla="*/ 10 w 45"/>
                <a:gd name="T31" fmla="*/ 8 h 38"/>
                <a:gd name="T32" fmla="*/ 10 w 45"/>
                <a:gd name="T33" fmla="*/ 31 h 38"/>
                <a:gd name="T34" fmla="*/ 11 w 45"/>
                <a:gd name="T35" fmla="*/ 35 h 38"/>
                <a:gd name="T36" fmla="*/ 15 w 45"/>
                <a:gd name="T37" fmla="*/ 36 h 38"/>
                <a:gd name="T38" fmla="*/ 16 w 45"/>
                <a:gd name="T39" fmla="*/ 36 h 38"/>
                <a:gd name="T40" fmla="*/ 16 w 45"/>
                <a:gd name="T41" fmla="*/ 37 h 38"/>
                <a:gd name="T42" fmla="*/ 2 w 45"/>
                <a:gd name="T43" fmla="*/ 37 h 38"/>
                <a:gd name="T44" fmla="*/ 2 w 45"/>
                <a:gd name="T45" fmla="*/ 36 h 38"/>
                <a:gd name="T46" fmla="*/ 3 w 45"/>
                <a:gd name="T47" fmla="*/ 36 h 38"/>
                <a:gd name="T48" fmla="*/ 7 w 45"/>
                <a:gd name="T49" fmla="*/ 35 h 38"/>
                <a:gd name="T50" fmla="*/ 8 w 45"/>
                <a:gd name="T51" fmla="*/ 31 h 38"/>
                <a:gd name="T52" fmla="*/ 8 w 45"/>
                <a:gd name="T53" fmla="*/ 5 h 38"/>
                <a:gd name="T54" fmla="*/ 5 w 45"/>
                <a:gd name="T55" fmla="*/ 2 h 38"/>
                <a:gd name="T56" fmla="*/ 2 w 45"/>
                <a:gd name="T57" fmla="*/ 1 h 38"/>
                <a:gd name="T58" fmla="*/ 0 w 45"/>
                <a:gd name="T59" fmla="*/ 1 h 38"/>
                <a:gd name="T60" fmla="*/ 0 w 45"/>
                <a:gd name="T6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" h="38">
                  <a:moveTo>
                    <a:pt x="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4"/>
                    <a:pt x="36" y="3"/>
                    <a:pt x="35" y="2"/>
                  </a:cubicBezTo>
                  <a:cubicBezTo>
                    <a:pt x="34" y="1"/>
                    <a:pt x="33" y="1"/>
                    <a:pt x="32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1" y="1"/>
                    <a:pt x="40" y="2"/>
                    <a:pt x="39" y="2"/>
                  </a:cubicBezTo>
                  <a:cubicBezTo>
                    <a:pt x="39" y="3"/>
                    <a:pt x="39" y="4"/>
                    <a:pt x="39" y="6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3"/>
                    <a:pt x="11" y="35"/>
                    <a:pt x="11" y="35"/>
                  </a:cubicBezTo>
                  <a:cubicBezTo>
                    <a:pt x="12" y="36"/>
                    <a:pt x="13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5" y="36"/>
                    <a:pt x="6" y="36"/>
                    <a:pt x="7" y="35"/>
                  </a:cubicBezTo>
                  <a:cubicBezTo>
                    <a:pt x="8" y="34"/>
                    <a:pt x="8" y="33"/>
                    <a:pt x="8" y="3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4"/>
                    <a:pt x="6" y="3"/>
                    <a:pt x="5" y="2"/>
                  </a:cubicBezTo>
                  <a:cubicBezTo>
                    <a:pt x="4" y="2"/>
                    <a:pt x="4" y="2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8" name="Freeform 31">
              <a:extLst>
                <a:ext uri="{FF2B5EF4-FFF2-40B4-BE49-F238E27FC236}">
                  <a16:creationId xmlns:a16="http://schemas.microsoft.com/office/drawing/2014/main" id="{02F2D4F2-9F56-6E46-A764-AD1507616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326"/>
              <a:ext cx="35" cy="71"/>
            </a:xfrm>
            <a:custGeom>
              <a:avLst/>
              <a:gdLst>
                <a:gd name="T0" fmla="*/ 18 w 18"/>
                <a:gd name="T1" fmla="*/ 36 h 37"/>
                <a:gd name="T2" fmla="*/ 18 w 18"/>
                <a:gd name="T3" fmla="*/ 37 h 37"/>
                <a:gd name="T4" fmla="*/ 0 w 18"/>
                <a:gd name="T5" fmla="*/ 37 h 37"/>
                <a:gd name="T6" fmla="*/ 0 w 18"/>
                <a:gd name="T7" fmla="*/ 36 h 37"/>
                <a:gd name="T8" fmla="*/ 2 w 18"/>
                <a:gd name="T9" fmla="*/ 36 h 37"/>
                <a:gd name="T10" fmla="*/ 5 w 18"/>
                <a:gd name="T11" fmla="*/ 35 h 37"/>
                <a:gd name="T12" fmla="*/ 6 w 18"/>
                <a:gd name="T13" fmla="*/ 31 h 37"/>
                <a:gd name="T14" fmla="*/ 6 w 18"/>
                <a:gd name="T15" fmla="*/ 7 h 37"/>
                <a:gd name="T16" fmla="*/ 6 w 18"/>
                <a:gd name="T17" fmla="*/ 3 h 37"/>
                <a:gd name="T18" fmla="*/ 5 w 18"/>
                <a:gd name="T19" fmla="*/ 2 h 37"/>
                <a:gd name="T20" fmla="*/ 2 w 18"/>
                <a:gd name="T21" fmla="*/ 1 h 37"/>
                <a:gd name="T22" fmla="*/ 0 w 18"/>
                <a:gd name="T23" fmla="*/ 1 h 37"/>
                <a:gd name="T24" fmla="*/ 0 w 18"/>
                <a:gd name="T25" fmla="*/ 0 h 37"/>
                <a:gd name="T26" fmla="*/ 18 w 18"/>
                <a:gd name="T27" fmla="*/ 0 h 37"/>
                <a:gd name="T28" fmla="*/ 18 w 18"/>
                <a:gd name="T29" fmla="*/ 1 h 37"/>
                <a:gd name="T30" fmla="*/ 16 w 18"/>
                <a:gd name="T31" fmla="*/ 1 h 37"/>
                <a:gd name="T32" fmla="*/ 13 w 18"/>
                <a:gd name="T33" fmla="*/ 2 h 37"/>
                <a:gd name="T34" fmla="*/ 12 w 18"/>
                <a:gd name="T35" fmla="*/ 7 h 37"/>
                <a:gd name="T36" fmla="*/ 12 w 18"/>
                <a:gd name="T37" fmla="*/ 31 h 37"/>
                <a:gd name="T38" fmla="*/ 12 w 18"/>
                <a:gd name="T39" fmla="*/ 34 h 37"/>
                <a:gd name="T40" fmla="*/ 14 w 18"/>
                <a:gd name="T41" fmla="*/ 36 h 37"/>
                <a:gd name="T42" fmla="*/ 16 w 18"/>
                <a:gd name="T43" fmla="*/ 36 h 37"/>
                <a:gd name="T44" fmla="*/ 18 w 18"/>
                <a:gd name="T4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37">
                  <a:moveTo>
                    <a:pt x="18" y="36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5" y="36"/>
                    <a:pt x="5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4" y="1"/>
                    <a:pt x="13" y="2"/>
                  </a:cubicBezTo>
                  <a:cubicBezTo>
                    <a:pt x="12" y="3"/>
                    <a:pt x="12" y="4"/>
                    <a:pt x="12" y="7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3" y="35"/>
                    <a:pt x="13" y="35"/>
                    <a:pt x="14" y="36"/>
                  </a:cubicBezTo>
                  <a:cubicBezTo>
                    <a:pt x="15" y="36"/>
                    <a:pt x="15" y="36"/>
                    <a:pt x="16" y="36"/>
                  </a:cubicBezTo>
                  <a:lnTo>
                    <a:pt x="1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59" name="Freeform 32">
              <a:extLst>
                <a:ext uri="{FF2B5EF4-FFF2-40B4-BE49-F238E27FC236}">
                  <a16:creationId xmlns:a16="http://schemas.microsoft.com/office/drawing/2014/main" id="{6AA508A5-E0D0-8149-9073-C0C677B34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" y="2326"/>
              <a:ext cx="84" cy="73"/>
            </a:xfrm>
            <a:custGeom>
              <a:avLst/>
              <a:gdLst>
                <a:gd name="T0" fmla="*/ 44 w 44"/>
                <a:gd name="T1" fmla="*/ 0 h 38"/>
                <a:gd name="T2" fmla="*/ 44 w 44"/>
                <a:gd name="T3" fmla="*/ 1 h 38"/>
                <a:gd name="T4" fmla="*/ 41 w 44"/>
                <a:gd name="T5" fmla="*/ 2 h 38"/>
                <a:gd name="T6" fmla="*/ 38 w 44"/>
                <a:gd name="T7" fmla="*/ 6 h 38"/>
                <a:gd name="T8" fmla="*/ 23 w 44"/>
                <a:gd name="T9" fmla="*/ 38 h 38"/>
                <a:gd name="T10" fmla="*/ 22 w 44"/>
                <a:gd name="T11" fmla="*/ 38 h 38"/>
                <a:gd name="T12" fmla="*/ 7 w 44"/>
                <a:gd name="T13" fmla="*/ 6 h 38"/>
                <a:gd name="T14" fmla="*/ 5 w 44"/>
                <a:gd name="T15" fmla="*/ 3 h 38"/>
                <a:gd name="T16" fmla="*/ 3 w 44"/>
                <a:gd name="T17" fmla="*/ 2 h 38"/>
                <a:gd name="T18" fmla="*/ 0 w 44"/>
                <a:gd name="T19" fmla="*/ 1 h 38"/>
                <a:gd name="T20" fmla="*/ 0 w 44"/>
                <a:gd name="T21" fmla="*/ 0 h 38"/>
                <a:gd name="T22" fmla="*/ 17 w 44"/>
                <a:gd name="T23" fmla="*/ 0 h 38"/>
                <a:gd name="T24" fmla="*/ 17 w 44"/>
                <a:gd name="T25" fmla="*/ 1 h 38"/>
                <a:gd name="T26" fmla="*/ 13 w 44"/>
                <a:gd name="T27" fmla="*/ 2 h 38"/>
                <a:gd name="T28" fmla="*/ 13 w 44"/>
                <a:gd name="T29" fmla="*/ 4 h 38"/>
                <a:gd name="T30" fmla="*/ 14 w 44"/>
                <a:gd name="T31" fmla="*/ 8 h 38"/>
                <a:gd name="T32" fmla="*/ 24 w 44"/>
                <a:gd name="T33" fmla="*/ 30 h 38"/>
                <a:gd name="T34" fmla="*/ 34 w 44"/>
                <a:gd name="T35" fmla="*/ 8 h 38"/>
                <a:gd name="T36" fmla="*/ 36 w 44"/>
                <a:gd name="T37" fmla="*/ 4 h 38"/>
                <a:gd name="T38" fmla="*/ 35 w 44"/>
                <a:gd name="T39" fmla="*/ 2 h 38"/>
                <a:gd name="T40" fmla="*/ 32 w 44"/>
                <a:gd name="T41" fmla="*/ 1 h 38"/>
                <a:gd name="T42" fmla="*/ 31 w 44"/>
                <a:gd name="T43" fmla="*/ 1 h 38"/>
                <a:gd name="T44" fmla="*/ 31 w 44"/>
                <a:gd name="T45" fmla="*/ 0 h 38"/>
                <a:gd name="T46" fmla="*/ 44 w 44"/>
                <a:gd name="T4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4" h="38">
                  <a:moveTo>
                    <a:pt x="44" y="0"/>
                  </a:moveTo>
                  <a:cubicBezTo>
                    <a:pt x="44" y="1"/>
                    <a:pt x="44" y="1"/>
                    <a:pt x="44" y="1"/>
                  </a:cubicBezTo>
                  <a:cubicBezTo>
                    <a:pt x="42" y="1"/>
                    <a:pt x="41" y="2"/>
                    <a:pt x="41" y="2"/>
                  </a:cubicBezTo>
                  <a:cubicBezTo>
                    <a:pt x="39" y="3"/>
                    <a:pt x="39" y="5"/>
                    <a:pt x="38" y="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4"/>
                    <a:pt x="5" y="3"/>
                    <a:pt x="5" y="3"/>
                  </a:cubicBezTo>
                  <a:cubicBezTo>
                    <a:pt x="5" y="2"/>
                    <a:pt x="4" y="2"/>
                    <a:pt x="3" y="2"/>
                  </a:cubicBezTo>
                  <a:cubicBezTo>
                    <a:pt x="3" y="1"/>
                    <a:pt x="2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5" y="1"/>
                    <a:pt x="14" y="1"/>
                    <a:pt x="13" y="2"/>
                  </a:cubicBezTo>
                  <a:cubicBezTo>
                    <a:pt x="13" y="2"/>
                    <a:pt x="13" y="3"/>
                    <a:pt x="13" y="4"/>
                  </a:cubicBezTo>
                  <a:cubicBezTo>
                    <a:pt x="13" y="4"/>
                    <a:pt x="13" y="6"/>
                    <a:pt x="14" y="8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6"/>
                    <a:pt x="36" y="5"/>
                    <a:pt x="36" y="4"/>
                  </a:cubicBezTo>
                  <a:cubicBezTo>
                    <a:pt x="36" y="3"/>
                    <a:pt x="35" y="3"/>
                    <a:pt x="35" y="2"/>
                  </a:cubicBezTo>
                  <a:cubicBezTo>
                    <a:pt x="34" y="2"/>
                    <a:pt x="33" y="1"/>
                    <a:pt x="32" y="1"/>
                  </a:cubicBezTo>
                  <a:cubicBezTo>
                    <a:pt x="32" y="1"/>
                    <a:pt x="31" y="1"/>
                    <a:pt x="31" y="1"/>
                  </a:cubicBezTo>
                  <a:cubicBezTo>
                    <a:pt x="31" y="0"/>
                    <a:pt x="31" y="0"/>
                    <a:pt x="31" y="0"/>
                  </a:cubicBez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0" name="Freeform 33">
              <a:extLst>
                <a:ext uri="{FF2B5EF4-FFF2-40B4-BE49-F238E27FC236}">
                  <a16:creationId xmlns:a16="http://schemas.microsoft.com/office/drawing/2014/main" id="{C10C028B-2823-594F-BDFC-8933A522A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326"/>
              <a:ext cx="66" cy="71"/>
            </a:xfrm>
            <a:custGeom>
              <a:avLst/>
              <a:gdLst>
                <a:gd name="T0" fmla="*/ 12 w 35"/>
                <a:gd name="T1" fmla="*/ 2 h 37"/>
                <a:gd name="T2" fmla="*/ 12 w 35"/>
                <a:gd name="T3" fmla="*/ 17 h 37"/>
                <a:gd name="T4" fmla="*/ 21 w 35"/>
                <a:gd name="T5" fmla="*/ 17 h 37"/>
                <a:gd name="T6" fmla="*/ 26 w 35"/>
                <a:gd name="T7" fmla="*/ 16 h 37"/>
                <a:gd name="T8" fmla="*/ 27 w 35"/>
                <a:gd name="T9" fmla="*/ 11 h 37"/>
                <a:gd name="T10" fmla="*/ 28 w 35"/>
                <a:gd name="T11" fmla="*/ 11 h 37"/>
                <a:gd name="T12" fmla="*/ 28 w 35"/>
                <a:gd name="T13" fmla="*/ 24 h 37"/>
                <a:gd name="T14" fmla="*/ 27 w 35"/>
                <a:gd name="T15" fmla="*/ 24 h 37"/>
                <a:gd name="T16" fmla="*/ 27 w 35"/>
                <a:gd name="T17" fmla="*/ 21 h 37"/>
                <a:gd name="T18" fmla="*/ 25 w 35"/>
                <a:gd name="T19" fmla="*/ 19 h 37"/>
                <a:gd name="T20" fmla="*/ 21 w 35"/>
                <a:gd name="T21" fmla="*/ 19 h 37"/>
                <a:gd name="T22" fmla="*/ 12 w 35"/>
                <a:gd name="T23" fmla="*/ 19 h 37"/>
                <a:gd name="T24" fmla="*/ 12 w 35"/>
                <a:gd name="T25" fmla="*/ 31 h 37"/>
                <a:gd name="T26" fmla="*/ 12 w 35"/>
                <a:gd name="T27" fmla="*/ 34 h 37"/>
                <a:gd name="T28" fmla="*/ 13 w 35"/>
                <a:gd name="T29" fmla="*/ 35 h 37"/>
                <a:gd name="T30" fmla="*/ 15 w 35"/>
                <a:gd name="T31" fmla="*/ 35 h 37"/>
                <a:gd name="T32" fmla="*/ 22 w 35"/>
                <a:gd name="T33" fmla="*/ 35 h 37"/>
                <a:gd name="T34" fmla="*/ 27 w 35"/>
                <a:gd name="T35" fmla="*/ 35 h 37"/>
                <a:gd name="T36" fmla="*/ 30 w 35"/>
                <a:gd name="T37" fmla="*/ 33 h 37"/>
                <a:gd name="T38" fmla="*/ 34 w 35"/>
                <a:gd name="T39" fmla="*/ 28 h 37"/>
                <a:gd name="T40" fmla="*/ 35 w 35"/>
                <a:gd name="T41" fmla="*/ 28 h 37"/>
                <a:gd name="T42" fmla="*/ 32 w 35"/>
                <a:gd name="T43" fmla="*/ 37 h 37"/>
                <a:gd name="T44" fmla="*/ 0 w 35"/>
                <a:gd name="T45" fmla="*/ 37 h 37"/>
                <a:gd name="T46" fmla="*/ 0 w 35"/>
                <a:gd name="T47" fmla="*/ 36 h 37"/>
                <a:gd name="T48" fmla="*/ 2 w 35"/>
                <a:gd name="T49" fmla="*/ 36 h 37"/>
                <a:gd name="T50" fmla="*/ 4 w 35"/>
                <a:gd name="T51" fmla="*/ 36 h 37"/>
                <a:gd name="T52" fmla="*/ 6 w 35"/>
                <a:gd name="T53" fmla="*/ 34 h 37"/>
                <a:gd name="T54" fmla="*/ 6 w 35"/>
                <a:gd name="T55" fmla="*/ 31 h 37"/>
                <a:gd name="T56" fmla="*/ 6 w 35"/>
                <a:gd name="T57" fmla="*/ 7 h 37"/>
                <a:gd name="T58" fmla="*/ 5 w 35"/>
                <a:gd name="T59" fmla="*/ 2 h 37"/>
                <a:gd name="T60" fmla="*/ 2 w 35"/>
                <a:gd name="T61" fmla="*/ 1 h 37"/>
                <a:gd name="T62" fmla="*/ 0 w 35"/>
                <a:gd name="T63" fmla="*/ 1 h 37"/>
                <a:gd name="T64" fmla="*/ 0 w 35"/>
                <a:gd name="T65" fmla="*/ 0 h 37"/>
                <a:gd name="T66" fmla="*/ 32 w 35"/>
                <a:gd name="T67" fmla="*/ 0 h 37"/>
                <a:gd name="T68" fmla="*/ 32 w 35"/>
                <a:gd name="T69" fmla="*/ 8 h 37"/>
                <a:gd name="T70" fmla="*/ 31 w 35"/>
                <a:gd name="T71" fmla="*/ 8 h 37"/>
                <a:gd name="T72" fmla="*/ 30 w 35"/>
                <a:gd name="T73" fmla="*/ 4 h 37"/>
                <a:gd name="T74" fmla="*/ 27 w 35"/>
                <a:gd name="T75" fmla="*/ 3 h 37"/>
                <a:gd name="T76" fmla="*/ 23 w 35"/>
                <a:gd name="T77" fmla="*/ 2 h 37"/>
                <a:gd name="T78" fmla="*/ 12 w 35"/>
                <a:gd name="T7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5" h="37">
                  <a:moveTo>
                    <a:pt x="12" y="2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3" y="17"/>
                    <a:pt x="25" y="16"/>
                    <a:pt x="26" y="16"/>
                  </a:cubicBezTo>
                  <a:cubicBezTo>
                    <a:pt x="27" y="15"/>
                    <a:pt x="27" y="14"/>
                    <a:pt x="27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3"/>
                    <a:pt x="27" y="21"/>
                    <a:pt x="27" y="21"/>
                  </a:cubicBezTo>
                  <a:cubicBezTo>
                    <a:pt x="26" y="20"/>
                    <a:pt x="26" y="20"/>
                    <a:pt x="25" y="19"/>
                  </a:cubicBezTo>
                  <a:cubicBezTo>
                    <a:pt x="24" y="19"/>
                    <a:pt x="23" y="19"/>
                    <a:pt x="21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2" y="34"/>
                    <a:pt x="13" y="35"/>
                    <a:pt x="13" y="35"/>
                  </a:cubicBezTo>
                  <a:cubicBezTo>
                    <a:pt x="13" y="35"/>
                    <a:pt x="14" y="35"/>
                    <a:pt x="15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5" y="35"/>
                    <a:pt x="26" y="35"/>
                    <a:pt x="27" y="35"/>
                  </a:cubicBezTo>
                  <a:cubicBezTo>
                    <a:pt x="28" y="35"/>
                    <a:pt x="29" y="34"/>
                    <a:pt x="30" y="33"/>
                  </a:cubicBezTo>
                  <a:cubicBezTo>
                    <a:pt x="32" y="32"/>
                    <a:pt x="33" y="30"/>
                    <a:pt x="34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4" y="36"/>
                    <a:pt x="4" y="36"/>
                  </a:cubicBezTo>
                  <a:cubicBezTo>
                    <a:pt x="5" y="35"/>
                    <a:pt x="6" y="35"/>
                    <a:pt x="6" y="34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6"/>
                    <a:pt x="30" y="5"/>
                    <a:pt x="30" y="4"/>
                  </a:cubicBezTo>
                  <a:cubicBezTo>
                    <a:pt x="29" y="3"/>
                    <a:pt x="28" y="3"/>
                    <a:pt x="27" y="3"/>
                  </a:cubicBezTo>
                  <a:cubicBezTo>
                    <a:pt x="27" y="2"/>
                    <a:pt x="25" y="2"/>
                    <a:pt x="23" y="2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CBDE926D-F179-DF44-BE5E-0E1FF3CCEC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" y="2326"/>
              <a:ext cx="78" cy="71"/>
            </a:xfrm>
            <a:custGeom>
              <a:avLst/>
              <a:gdLst>
                <a:gd name="T0" fmla="*/ 41 w 41"/>
                <a:gd name="T1" fmla="*/ 37 h 37"/>
                <a:gd name="T2" fmla="*/ 30 w 41"/>
                <a:gd name="T3" fmla="*/ 37 h 37"/>
                <a:gd name="T4" fmla="*/ 16 w 41"/>
                <a:gd name="T5" fmla="*/ 20 h 37"/>
                <a:gd name="T6" fmla="*/ 14 w 41"/>
                <a:gd name="T7" fmla="*/ 20 h 37"/>
                <a:gd name="T8" fmla="*/ 13 w 41"/>
                <a:gd name="T9" fmla="*/ 20 h 37"/>
                <a:gd name="T10" fmla="*/ 12 w 41"/>
                <a:gd name="T11" fmla="*/ 20 h 37"/>
                <a:gd name="T12" fmla="*/ 12 w 41"/>
                <a:gd name="T13" fmla="*/ 31 h 37"/>
                <a:gd name="T14" fmla="*/ 13 w 41"/>
                <a:gd name="T15" fmla="*/ 35 h 37"/>
                <a:gd name="T16" fmla="*/ 16 w 41"/>
                <a:gd name="T17" fmla="*/ 36 h 37"/>
                <a:gd name="T18" fmla="*/ 18 w 41"/>
                <a:gd name="T19" fmla="*/ 36 h 37"/>
                <a:gd name="T20" fmla="*/ 18 w 41"/>
                <a:gd name="T21" fmla="*/ 37 h 37"/>
                <a:gd name="T22" fmla="*/ 0 w 41"/>
                <a:gd name="T23" fmla="*/ 37 h 37"/>
                <a:gd name="T24" fmla="*/ 0 w 41"/>
                <a:gd name="T25" fmla="*/ 36 h 37"/>
                <a:gd name="T26" fmla="*/ 2 w 41"/>
                <a:gd name="T27" fmla="*/ 36 h 37"/>
                <a:gd name="T28" fmla="*/ 6 w 41"/>
                <a:gd name="T29" fmla="*/ 35 h 37"/>
                <a:gd name="T30" fmla="*/ 6 w 41"/>
                <a:gd name="T31" fmla="*/ 31 h 37"/>
                <a:gd name="T32" fmla="*/ 6 w 41"/>
                <a:gd name="T33" fmla="*/ 7 h 37"/>
                <a:gd name="T34" fmla="*/ 5 w 41"/>
                <a:gd name="T35" fmla="*/ 2 h 37"/>
                <a:gd name="T36" fmla="*/ 2 w 41"/>
                <a:gd name="T37" fmla="*/ 1 h 37"/>
                <a:gd name="T38" fmla="*/ 0 w 41"/>
                <a:gd name="T39" fmla="*/ 1 h 37"/>
                <a:gd name="T40" fmla="*/ 0 w 41"/>
                <a:gd name="T41" fmla="*/ 0 h 37"/>
                <a:gd name="T42" fmla="*/ 15 w 41"/>
                <a:gd name="T43" fmla="*/ 0 h 37"/>
                <a:gd name="T44" fmla="*/ 25 w 41"/>
                <a:gd name="T45" fmla="*/ 1 h 37"/>
                <a:gd name="T46" fmla="*/ 30 w 41"/>
                <a:gd name="T47" fmla="*/ 4 h 37"/>
                <a:gd name="T48" fmla="*/ 32 w 41"/>
                <a:gd name="T49" fmla="*/ 10 h 37"/>
                <a:gd name="T50" fmla="*/ 30 w 41"/>
                <a:gd name="T51" fmla="*/ 16 h 37"/>
                <a:gd name="T52" fmla="*/ 22 w 41"/>
                <a:gd name="T53" fmla="*/ 19 h 37"/>
                <a:gd name="T54" fmla="*/ 31 w 41"/>
                <a:gd name="T55" fmla="*/ 30 h 37"/>
                <a:gd name="T56" fmla="*/ 36 w 41"/>
                <a:gd name="T57" fmla="*/ 35 h 37"/>
                <a:gd name="T58" fmla="*/ 41 w 41"/>
                <a:gd name="T59" fmla="*/ 36 h 37"/>
                <a:gd name="T60" fmla="*/ 41 w 41"/>
                <a:gd name="T61" fmla="*/ 37 h 37"/>
                <a:gd name="T62" fmla="*/ 12 w 41"/>
                <a:gd name="T63" fmla="*/ 18 h 37"/>
                <a:gd name="T64" fmla="*/ 13 w 41"/>
                <a:gd name="T65" fmla="*/ 18 h 37"/>
                <a:gd name="T66" fmla="*/ 14 w 41"/>
                <a:gd name="T67" fmla="*/ 18 h 37"/>
                <a:gd name="T68" fmla="*/ 23 w 41"/>
                <a:gd name="T69" fmla="*/ 16 h 37"/>
                <a:gd name="T70" fmla="*/ 26 w 41"/>
                <a:gd name="T71" fmla="*/ 10 h 37"/>
                <a:gd name="T72" fmla="*/ 23 w 41"/>
                <a:gd name="T73" fmla="*/ 4 h 37"/>
                <a:gd name="T74" fmla="*/ 17 w 41"/>
                <a:gd name="T75" fmla="*/ 2 h 37"/>
                <a:gd name="T76" fmla="*/ 12 w 41"/>
                <a:gd name="T77" fmla="*/ 3 h 37"/>
                <a:gd name="T78" fmla="*/ 12 w 41"/>
                <a:gd name="T79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1" h="37">
                  <a:moveTo>
                    <a:pt x="41" y="37"/>
                  </a:moveTo>
                  <a:cubicBezTo>
                    <a:pt x="30" y="37"/>
                    <a:pt x="30" y="37"/>
                    <a:pt x="30" y="37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4" y="20"/>
                    <a:pt x="14" y="20"/>
                  </a:cubicBezTo>
                  <a:cubicBezTo>
                    <a:pt x="14" y="20"/>
                    <a:pt x="13" y="20"/>
                    <a:pt x="13" y="20"/>
                  </a:cubicBezTo>
                  <a:cubicBezTo>
                    <a:pt x="13" y="20"/>
                    <a:pt x="12" y="20"/>
                    <a:pt x="12" y="2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5"/>
                    <a:pt x="13" y="35"/>
                  </a:cubicBezTo>
                  <a:cubicBezTo>
                    <a:pt x="14" y="36"/>
                    <a:pt x="15" y="36"/>
                    <a:pt x="16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4" y="36"/>
                    <a:pt x="5" y="36"/>
                    <a:pt x="6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0"/>
                    <a:pt x="23" y="0"/>
                    <a:pt x="25" y="1"/>
                  </a:cubicBezTo>
                  <a:cubicBezTo>
                    <a:pt x="27" y="1"/>
                    <a:pt x="29" y="3"/>
                    <a:pt x="30" y="4"/>
                  </a:cubicBezTo>
                  <a:cubicBezTo>
                    <a:pt x="32" y="6"/>
                    <a:pt x="32" y="7"/>
                    <a:pt x="32" y="10"/>
                  </a:cubicBezTo>
                  <a:cubicBezTo>
                    <a:pt x="32" y="12"/>
                    <a:pt x="32" y="14"/>
                    <a:pt x="30" y="16"/>
                  </a:cubicBezTo>
                  <a:cubicBezTo>
                    <a:pt x="28" y="17"/>
                    <a:pt x="26" y="18"/>
                    <a:pt x="22" y="19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33" y="32"/>
                    <a:pt x="34" y="34"/>
                    <a:pt x="36" y="35"/>
                  </a:cubicBezTo>
                  <a:cubicBezTo>
                    <a:pt x="37" y="36"/>
                    <a:pt x="39" y="36"/>
                    <a:pt x="41" y="36"/>
                  </a:cubicBezTo>
                  <a:lnTo>
                    <a:pt x="41" y="37"/>
                  </a:lnTo>
                  <a:close/>
                  <a:moveTo>
                    <a:pt x="12" y="18"/>
                  </a:moveTo>
                  <a:cubicBezTo>
                    <a:pt x="12" y="18"/>
                    <a:pt x="13" y="18"/>
                    <a:pt x="13" y="18"/>
                  </a:cubicBezTo>
                  <a:cubicBezTo>
                    <a:pt x="13" y="18"/>
                    <a:pt x="14" y="18"/>
                    <a:pt x="14" y="18"/>
                  </a:cubicBezTo>
                  <a:cubicBezTo>
                    <a:pt x="18" y="18"/>
                    <a:pt x="21" y="17"/>
                    <a:pt x="23" y="16"/>
                  </a:cubicBezTo>
                  <a:cubicBezTo>
                    <a:pt x="25" y="14"/>
                    <a:pt x="26" y="12"/>
                    <a:pt x="26" y="10"/>
                  </a:cubicBezTo>
                  <a:cubicBezTo>
                    <a:pt x="26" y="8"/>
                    <a:pt x="25" y="6"/>
                    <a:pt x="23" y="4"/>
                  </a:cubicBezTo>
                  <a:cubicBezTo>
                    <a:pt x="22" y="3"/>
                    <a:pt x="19" y="2"/>
                    <a:pt x="17" y="2"/>
                  </a:cubicBezTo>
                  <a:cubicBezTo>
                    <a:pt x="16" y="2"/>
                    <a:pt x="14" y="2"/>
                    <a:pt x="12" y="3"/>
                  </a:cubicBezTo>
                  <a:lnTo>
                    <a:pt x="1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2" name="Freeform 35">
              <a:extLst>
                <a:ext uri="{FF2B5EF4-FFF2-40B4-BE49-F238E27FC236}">
                  <a16:creationId xmlns:a16="http://schemas.microsoft.com/office/drawing/2014/main" id="{E4F10697-72E2-394E-8CD4-4E9061D0E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2324"/>
              <a:ext cx="52" cy="75"/>
            </a:xfrm>
            <a:custGeom>
              <a:avLst/>
              <a:gdLst>
                <a:gd name="T0" fmla="*/ 24 w 27"/>
                <a:gd name="T1" fmla="*/ 0 h 39"/>
                <a:gd name="T2" fmla="*/ 24 w 27"/>
                <a:gd name="T3" fmla="*/ 13 h 39"/>
                <a:gd name="T4" fmla="*/ 23 w 27"/>
                <a:gd name="T5" fmla="*/ 13 h 39"/>
                <a:gd name="T6" fmla="*/ 21 w 27"/>
                <a:gd name="T7" fmla="*/ 7 h 39"/>
                <a:gd name="T8" fmla="*/ 17 w 27"/>
                <a:gd name="T9" fmla="*/ 4 h 39"/>
                <a:gd name="T10" fmla="*/ 12 w 27"/>
                <a:gd name="T11" fmla="*/ 2 h 39"/>
                <a:gd name="T12" fmla="*/ 7 w 27"/>
                <a:gd name="T13" fmla="*/ 4 h 39"/>
                <a:gd name="T14" fmla="*/ 5 w 27"/>
                <a:gd name="T15" fmla="*/ 8 h 39"/>
                <a:gd name="T16" fmla="*/ 6 w 27"/>
                <a:gd name="T17" fmla="*/ 11 h 39"/>
                <a:gd name="T18" fmla="*/ 15 w 27"/>
                <a:gd name="T19" fmla="*/ 17 h 39"/>
                <a:gd name="T20" fmla="*/ 23 w 27"/>
                <a:gd name="T21" fmla="*/ 21 h 39"/>
                <a:gd name="T22" fmla="*/ 26 w 27"/>
                <a:gd name="T23" fmla="*/ 25 h 39"/>
                <a:gd name="T24" fmla="*/ 27 w 27"/>
                <a:gd name="T25" fmla="*/ 29 h 39"/>
                <a:gd name="T26" fmla="*/ 24 w 27"/>
                <a:gd name="T27" fmla="*/ 36 h 39"/>
                <a:gd name="T28" fmla="*/ 14 w 27"/>
                <a:gd name="T29" fmla="*/ 39 h 39"/>
                <a:gd name="T30" fmla="*/ 11 w 27"/>
                <a:gd name="T31" fmla="*/ 39 h 39"/>
                <a:gd name="T32" fmla="*/ 7 w 27"/>
                <a:gd name="T33" fmla="*/ 38 h 39"/>
                <a:gd name="T34" fmla="*/ 3 w 27"/>
                <a:gd name="T35" fmla="*/ 37 h 39"/>
                <a:gd name="T36" fmla="*/ 2 w 27"/>
                <a:gd name="T37" fmla="*/ 37 h 39"/>
                <a:gd name="T38" fmla="*/ 1 w 27"/>
                <a:gd name="T39" fmla="*/ 39 h 39"/>
                <a:gd name="T40" fmla="*/ 0 w 27"/>
                <a:gd name="T41" fmla="*/ 39 h 39"/>
                <a:gd name="T42" fmla="*/ 0 w 27"/>
                <a:gd name="T43" fmla="*/ 26 h 39"/>
                <a:gd name="T44" fmla="*/ 1 w 27"/>
                <a:gd name="T45" fmla="*/ 26 h 39"/>
                <a:gd name="T46" fmla="*/ 3 w 27"/>
                <a:gd name="T47" fmla="*/ 32 h 39"/>
                <a:gd name="T48" fmla="*/ 8 w 27"/>
                <a:gd name="T49" fmla="*/ 36 h 39"/>
                <a:gd name="T50" fmla="*/ 14 w 27"/>
                <a:gd name="T51" fmla="*/ 37 h 39"/>
                <a:gd name="T52" fmla="*/ 20 w 27"/>
                <a:gd name="T53" fmla="*/ 35 h 39"/>
                <a:gd name="T54" fmla="*/ 22 w 27"/>
                <a:gd name="T55" fmla="*/ 31 h 39"/>
                <a:gd name="T56" fmla="*/ 21 w 27"/>
                <a:gd name="T57" fmla="*/ 28 h 39"/>
                <a:gd name="T58" fmla="*/ 18 w 27"/>
                <a:gd name="T59" fmla="*/ 26 h 39"/>
                <a:gd name="T60" fmla="*/ 12 w 27"/>
                <a:gd name="T61" fmla="*/ 22 h 39"/>
                <a:gd name="T62" fmla="*/ 4 w 27"/>
                <a:gd name="T63" fmla="*/ 18 h 39"/>
                <a:gd name="T64" fmla="*/ 1 w 27"/>
                <a:gd name="T65" fmla="*/ 14 h 39"/>
                <a:gd name="T66" fmla="*/ 0 w 27"/>
                <a:gd name="T67" fmla="*/ 10 h 39"/>
                <a:gd name="T68" fmla="*/ 3 w 27"/>
                <a:gd name="T69" fmla="*/ 3 h 39"/>
                <a:gd name="T70" fmla="*/ 12 w 27"/>
                <a:gd name="T71" fmla="*/ 0 h 39"/>
                <a:gd name="T72" fmla="*/ 19 w 27"/>
                <a:gd name="T73" fmla="*/ 2 h 39"/>
                <a:gd name="T74" fmla="*/ 21 w 27"/>
                <a:gd name="T75" fmla="*/ 2 h 39"/>
                <a:gd name="T76" fmla="*/ 23 w 27"/>
                <a:gd name="T77" fmla="*/ 2 h 39"/>
                <a:gd name="T78" fmla="*/ 23 w 27"/>
                <a:gd name="T79" fmla="*/ 0 h 39"/>
                <a:gd name="T80" fmla="*/ 24 w 27"/>
                <a:gd name="T8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7" h="39">
                  <a:moveTo>
                    <a:pt x="24" y="0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1"/>
                    <a:pt x="22" y="9"/>
                    <a:pt x="21" y="7"/>
                  </a:cubicBezTo>
                  <a:cubicBezTo>
                    <a:pt x="20" y="6"/>
                    <a:pt x="19" y="5"/>
                    <a:pt x="17" y="4"/>
                  </a:cubicBezTo>
                  <a:cubicBezTo>
                    <a:pt x="16" y="3"/>
                    <a:pt x="14" y="2"/>
                    <a:pt x="12" y="2"/>
                  </a:cubicBezTo>
                  <a:cubicBezTo>
                    <a:pt x="10" y="2"/>
                    <a:pt x="8" y="3"/>
                    <a:pt x="7" y="4"/>
                  </a:cubicBezTo>
                  <a:cubicBezTo>
                    <a:pt x="5" y="5"/>
                    <a:pt x="5" y="7"/>
                    <a:pt x="5" y="8"/>
                  </a:cubicBezTo>
                  <a:cubicBezTo>
                    <a:pt x="5" y="9"/>
                    <a:pt x="5" y="10"/>
                    <a:pt x="6" y="11"/>
                  </a:cubicBezTo>
                  <a:cubicBezTo>
                    <a:pt x="7" y="13"/>
                    <a:pt x="10" y="14"/>
                    <a:pt x="15" y="17"/>
                  </a:cubicBezTo>
                  <a:cubicBezTo>
                    <a:pt x="19" y="19"/>
                    <a:pt x="21" y="20"/>
                    <a:pt x="23" y="21"/>
                  </a:cubicBezTo>
                  <a:cubicBezTo>
                    <a:pt x="24" y="22"/>
                    <a:pt x="25" y="23"/>
                    <a:pt x="26" y="25"/>
                  </a:cubicBezTo>
                  <a:cubicBezTo>
                    <a:pt x="27" y="26"/>
                    <a:pt x="27" y="27"/>
                    <a:pt x="27" y="29"/>
                  </a:cubicBezTo>
                  <a:cubicBezTo>
                    <a:pt x="27" y="32"/>
                    <a:pt x="26" y="34"/>
                    <a:pt x="24" y="36"/>
                  </a:cubicBezTo>
                  <a:cubicBezTo>
                    <a:pt x="21" y="38"/>
                    <a:pt x="18" y="39"/>
                    <a:pt x="14" y="39"/>
                  </a:cubicBezTo>
                  <a:cubicBezTo>
                    <a:pt x="13" y="39"/>
                    <a:pt x="12" y="39"/>
                    <a:pt x="11" y="39"/>
                  </a:cubicBezTo>
                  <a:cubicBezTo>
                    <a:pt x="10" y="39"/>
                    <a:pt x="9" y="38"/>
                    <a:pt x="7" y="38"/>
                  </a:cubicBezTo>
                  <a:cubicBezTo>
                    <a:pt x="5" y="37"/>
                    <a:pt x="4" y="37"/>
                    <a:pt x="3" y="37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2" y="38"/>
                    <a:pt x="1" y="38"/>
                    <a:pt x="1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2" y="29"/>
                    <a:pt x="3" y="31"/>
                    <a:pt x="3" y="32"/>
                  </a:cubicBezTo>
                  <a:cubicBezTo>
                    <a:pt x="4" y="34"/>
                    <a:pt x="6" y="35"/>
                    <a:pt x="8" y="36"/>
                  </a:cubicBezTo>
                  <a:cubicBezTo>
                    <a:pt x="9" y="37"/>
                    <a:pt x="11" y="37"/>
                    <a:pt x="14" y="37"/>
                  </a:cubicBezTo>
                  <a:cubicBezTo>
                    <a:pt x="16" y="37"/>
                    <a:pt x="18" y="36"/>
                    <a:pt x="20" y="35"/>
                  </a:cubicBezTo>
                  <a:cubicBezTo>
                    <a:pt x="21" y="34"/>
                    <a:pt x="22" y="33"/>
                    <a:pt x="22" y="31"/>
                  </a:cubicBezTo>
                  <a:cubicBezTo>
                    <a:pt x="22" y="30"/>
                    <a:pt x="21" y="29"/>
                    <a:pt x="21" y="28"/>
                  </a:cubicBezTo>
                  <a:cubicBezTo>
                    <a:pt x="20" y="27"/>
                    <a:pt x="20" y="26"/>
                    <a:pt x="18" y="26"/>
                  </a:cubicBezTo>
                  <a:cubicBezTo>
                    <a:pt x="18" y="25"/>
                    <a:pt x="15" y="24"/>
                    <a:pt x="12" y="22"/>
                  </a:cubicBezTo>
                  <a:cubicBezTo>
                    <a:pt x="8" y="20"/>
                    <a:pt x="6" y="19"/>
                    <a:pt x="4" y="18"/>
                  </a:cubicBezTo>
                  <a:cubicBezTo>
                    <a:pt x="3" y="17"/>
                    <a:pt x="2" y="16"/>
                    <a:pt x="1" y="14"/>
                  </a:cubicBezTo>
                  <a:cubicBezTo>
                    <a:pt x="0" y="13"/>
                    <a:pt x="0" y="12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4" y="0"/>
                    <a:pt x="16" y="1"/>
                    <a:pt x="19" y="2"/>
                  </a:cubicBezTo>
                  <a:cubicBezTo>
                    <a:pt x="20" y="2"/>
                    <a:pt x="21" y="2"/>
                    <a:pt x="21" y="2"/>
                  </a:cubicBezTo>
                  <a:cubicBezTo>
                    <a:pt x="22" y="2"/>
                    <a:pt x="22" y="2"/>
                    <a:pt x="23" y="2"/>
                  </a:cubicBezTo>
                  <a:cubicBezTo>
                    <a:pt x="23" y="2"/>
                    <a:pt x="23" y="1"/>
                    <a:pt x="23" y="0"/>
                  </a:cubicBezTo>
                  <a:lnTo>
                    <a:pt x="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3" name="Freeform 36">
              <a:extLst>
                <a:ext uri="{FF2B5EF4-FFF2-40B4-BE49-F238E27FC236}">
                  <a16:creationId xmlns:a16="http://schemas.microsoft.com/office/drawing/2014/main" id="{63271DF9-B361-CB49-A806-0AD26A09A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326"/>
              <a:ext cx="35" cy="71"/>
            </a:xfrm>
            <a:custGeom>
              <a:avLst/>
              <a:gdLst>
                <a:gd name="T0" fmla="*/ 18 w 18"/>
                <a:gd name="T1" fmla="*/ 36 h 37"/>
                <a:gd name="T2" fmla="*/ 18 w 18"/>
                <a:gd name="T3" fmla="*/ 37 h 37"/>
                <a:gd name="T4" fmla="*/ 0 w 18"/>
                <a:gd name="T5" fmla="*/ 37 h 37"/>
                <a:gd name="T6" fmla="*/ 0 w 18"/>
                <a:gd name="T7" fmla="*/ 36 h 37"/>
                <a:gd name="T8" fmla="*/ 2 w 18"/>
                <a:gd name="T9" fmla="*/ 36 h 37"/>
                <a:gd name="T10" fmla="*/ 6 w 18"/>
                <a:gd name="T11" fmla="*/ 35 h 37"/>
                <a:gd name="T12" fmla="*/ 6 w 18"/>
                <a:gd name="T13" fmla="*/ 31 h 37"/>
                <a:gd name="T14" fmla="*/ 6 w 18"/>
                <a:gd name="T15" fmla="*/ 7 h 37"/>
                <a:gd name="T16" fmla="*/ 6 w 18"/>
                <a:gd name="T17" fmla="*/ 3 h 37"/>
                <a:gd name="T18" fmla="*/ 5 w 18"/>
                <a:gd name="T19" fmla="*/ 2 h 37"/>
                <a:gd name="T20" fmla="*/ 2 w 18"/>
                <a:gd name="T21" fmla="*/ 1 h 37"/>
                <a:gd name="T22" fmla="*/ 0 w 18"/>
                <a:gd name="T23" fmla="*/ 1 h 37"/>
                <a:gd name="T24" fmla="*/ 0 w 18"/>
                <a:gd name="T25" fmla="*/ 0 h 37"/>
                <a:gd name="T26" fmla="*/ 18 w 18"/>
                <a:gd name="T27" fmla="*/ 0 h 37"/>
                <a:gd name="T28" fmla="*/ 18 w 18"/>
                <a:gd name="T29" fmla="*/ 1 h 37"/>
                <a:gd name="T30" fmla="*/ 16 w 18"/>
                <a:gd name="T31" fmla="*/ 1 h 37"/>
                <a:gd name="T32" fmla="*/ 13 w 18"/>
                <a:gd name="T33" fmla="*/ 2 h 37"/>
                <a:gd name="T34" fmla="*/ 12 w 18"/>
                <a:gd name="T35" fmla="*/ 7 h 37"/>
                <a:gd name="T36" fmla="*/ 12 w 18"/>
                <a:gd name="T37" fmla="*/ 31 h 37"/>
                <a:gd name="T38" fmla="*/ 12 w 18"/>
                <a:gd name="T39" fmla="*/ 34 h 37"/>
                <a:gd name="T40" fmla="*/ 14 w 18"/>
                <a:gd name="T41" fmla="*/ 36 h 37"/>
                <a:gd name="T42" fmla="*/ 16 w 18"/>
                <a:gd name="T43" fmla="*/ 36 h 37"/>
                <a:gd name="T44" fmla="*/ 18 w 18"/>
                <a:gd name="T4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37">
                  <a:moveTo>
                    <a:pt x="18" y="36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4" y="36"/>
                    <a:pt x="5" y="36"/>
                    <a:pt x="6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4" y="1"/>
                    <a:pt x="13" y="2"/>
                  </a:cubicBezTo>
                  <a:cubicBezTo>
                    <a:pt x="12" y="3"/>
                    <a:pt x="12" y="4"/>
                    <a:pt x="12" y="7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3" y="35"/>
                    <a:pt x="13" y="35"/>
                    <a:pt x="14" y="36"/>
                  </a:cubicBezTo>
                  <a:cubicBezTo>
                    <a:pt x="15" y="36"/>
                    <a:pt x="16" y="36"/>
                    <a:pt x="16" y="36"/>
                  </a:cubicBezTo>
                  <a:lnTo>
                    <a:pt x="1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4" name="Freeform 37">
              <a:extLst>
                <a:ext uri="{FF2B5EF4-FFF2-40B4-BE49-F238E27FC236}">
                  <a16:creationId xmlns:a16="http://schemas.microsoft.com/office/drawing/2014/main" id="{3FD2C13F-6B37-D24E-BDD3-357637E4C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2326"/>
              <a:ext cx="65" cy="71"/>
            </a:xfrm>
            <a:custGeom>
              <a:avLst/>
              <a:gdLst>
                <a:gd name="T0" fmla="*/ 34 w 34"/>
                <a:gd name="T1" fmla="*/ 0 h 37"/>
                <a:gd name="T2" fmla="*/ 34 w 34"/>
                <a:gd name="T3" fmla="*/ 9 h 37"/>
                <a:gd name="T4" fmla="*/ 33 w 34"/>
                <a:gd name="T5" fmla="*/ 9 h 37"/>
                <a:gd name="T6" fmla="*/ 32 w 34"/>
                <a:gd name="T7" fmla="*/ 5 h 37"/>
                <a:gd name="T8" fmla="*/ 30 w 34"/>
                <a:gd name="T9" fmla="*/ 3 h 37"/>
                <a:gd name="T10" fmla="*/ 26 w 34"/>
                <a:gd name="T11" fmla="*/ 2 h 37"/>
                <a:gd name="T12" fmla="*/ 20 w 34"/>
                <a:gd name="T13" fmla="*/ 2 h 37"/>
                <a:gd name="T14" fmla="*/ 20 w 34"/>
                <a:gd name="T15" fmla="*/ 31 h 37"/>
                <a:gd name="T16" fmla="*/ 21 w 34"/>
                <a:gd name="T17" fmla="*/ 35 h 37"/>
                <a:gd name="T18" fmla="*/ 24 w 34"/>
                <a:gd name="T19" fmla="*/ 36 h 37"/>
                <a:gd name="T20" fmla="*/ 26 w 34"/>
                <a:gd name="T21" fmla="*/ 36 h 37"/>
                <a:gd name="T22" fmla="*/ 26 w 34"/>
                <a:gd name="T23" fmla="*/ 37 h 37"/>
                <a:gd name="T24" fmla="*/ 8 w 34"/>
                <a:gd name="T25" fmla="*/ 37 h 37"/>
                <a:gd name="T26" fmla="*/ 8 w 34"/>
                <a:gd name="T27" fmla="*/ 36 h 37"/>
                <a:gd name="T28" fmla="*/ 10 w 34"/>
                <a:gd name="T29" fmla="*/ 36 h 37"/>
                <a:gd name="T30" fmla="*/ 13 w 34"/>
                <a:gd name="T31" fmla="*/ 35 h 37"/>
                <a:gd name="T32" fmla="*/ 14 w 34"/>
                <a:gd name="T33" fmla="*/ 31 h 37"/>
                <a:gd name="T34" fmla="*/ 14 w 34"/>
                <a:gd name="T35" fmla="*/ 2 h 37"/>
                <a:gd name="T36" fmla="*/ 9 w 34"/>
                <a:gd name="T37" fmla="*/ 2 h 37"/>
                <a:gd name="T38" fmla="*/ 5 w 34"/>
                <a:gd name="T39" fmla="*/ 3 h 37"/>
                <a:gd name="T40" fmla="*/ 2 w 34"/>
                <a:gd name="T41" fmla="*/ 5 h 37"/>
                <a:gd name="T42" fmla="*/ 1 w 34"/>
                <a:gd name="T43" fmla="*/ 9 h 37"/>
                <a:gd name="T44" fmla="*/ 0 w 34"/>
                <a:gd name="T45" fmla="*/ 9 h 37"/>
                <a:gd name="T46" fmla="*/ 0 w 34"/>
                <a:gd name="T47" fmla="*/ 0 h 37"/>
                <a:gd name="T48" fmla="*/ 34 w 34"/>
                <a:gd name="T4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37">
                  <a:moveTo>
                    <a:pt x="34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7"/>
                    <a:pt x="33" y="6"/>
                    <a:pt x="32" y="5"/>
                  </a:cubicBezTo>
                  <a:cubicBezTo>
                    <a:pt x="32" y="4"/>
                    <a:pt x="31" y="4"/>
                    <a:pt x="30" y="3"/>
                  </a:cubicBezTo>
                  <a:cubicBezTo>
                    <a:pt x="29" y="3"/>
                    <a:pt x="27" y="2"/>
                    <a:pt x="26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3"/>
                    <a:pt x="20" y="35"/>
                    <a:pt x="21" y="35"/>
                  </a:cubicBezTo>
                  <a:cubicBezTo>
                    <a:pt x="21" y="36"/>
                    <a:pt x="23" y="36"/>
                    <a:pt x="24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1" y="36"/>
                    <a:pt x="13" y="36"/>
                    <a:pt x="13" y="35"/>
                  </a:cubicBezTo>
                  <a:cubicBezTo>
                    <a:pt x="14" y="34"/>
                    <a:pt x="14" y="33"/>
                    <a:pt x="14" y="3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2"/>
                    <a:pt x="6" y="2"/>
                    <a:pt x="5" y="3"/>
                  </a:cubicBezTo>
                  <a:cubicBezTo>
                    <a:pt x="4" y="3"/>
                    <a:pt x="3" y="4"/>
                    <a:pt x="2" y="5"/>
                  </a:cubicBezTo>
                  <a:cubicBezTo>
                    <a:pt x="1" y="6"/>
                    <a:pt x="1" y="7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5" name="Freeform 38">
              <a:extLst>
                <a:ext uri="{FF2B5EF4-FFF2-40B4-BE49-F238E27FC236}">
                  <a16:creationId xmlns:a16="http://schemas.microsoft.com/office/drawing/2014/main" id="{C1F76318-2B4A-B844-B04B-016FB7DE6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2326"/>
              <a:ext cx="82" cy="71"/>
            </a:xfrm>
            <a:custGeom>
              <a:avLst/>
              <a:gdLst>
                <a:gd name="T0" fmla="*/ 29 w 43"/>
                <a:gd name="T1" fmla="*/ 0 h 37"/>
                <a:gd name="T2" fmla="*/ 43 w 43"/>
                <a:gd name="T3" fmla="*/ 0 h 37"/>
                <a:gd name="T4" fmla="*/ 43 w 43"/>
                <a:gd name="T5" fmla="*/ 1 h 37"/>
                <a:gd name="T6" fmla="*/ 42 w 43"/>
                <a:gd name="T7" fmla="*/ 1 h 37"/>
                <a:gd name="T8" fmla="*/ 40 w 43"/>
                <a:gd name="T9" fmla="*/ 2 h 37"/>
                <a:gd name="T10" fmla="*/ 37 w 43"/>
                <a:gd name="T11" fmla="*/ 3 h 37"/>
                <a:gd name="T12" fmla="*/ 34 w 43"/>
                <a:gd name="T13" fmla="*/ 7 h 37"/>
                <a:gd name="T14" fmla="*/ 24 w 43"/>
                <a:gd name="T15" fmla="*/ 21 h 37"/>
                <a:gd name="T16" fmla="*/ 24 w 43"/>
                <a:gd name="T17" fmla="*/ 31 h 37"/>
                <a:gd name="T18" fmla="*/ 25 w 43"/>
                <a:gd name="T19" fmla="*/ 35 h 37"/>
                <a:gd name="T20" fmla="*/ 29 w 43"/>
                <a:gd name="T21" fmla="*/ 36 h 37"/>
                <a:gd name="T22" fmla="*/ 30 w 43"/>
                <a:gd name="T23" fmla="*/ 36 h 37"/>
                <a:gd name="T24" fmla="*/ 30 w 43"/>
                <a:gd name="T25" fmla="*/ 37 h 37"/>
                <a:gd name="T26" fmla="*/ 13 w 43"/>
                <a:gd name="T27" fmla="*/ 37 h 37"/>
                <a:gd name="T28" fmla="*/ 13 w 43"/>
                <a:gd name="T29" fmla="*/ 36 h 37"/>
                <a:gd name="T30" fmla="*/ 14 w 43"/>
                <a:gd name="T31" fmla="*/ 36 h 37"/>
                <a:gd name="T32" fmla="*/ 18 w 43"/>
                <a:gd name="T33" fmla="*/ 35 h 37"/>
                <a:gd name="T34" fmla="*/ 18 w 43"/>
                <a:gd name="T35" fmla="*/ 31 h 37"/>
                <a:gd name="T36" fmla="*/ 18 w 43"/>
                <a:gd name="T37" fmla="*/ 22 h 37"/>
                <a:gd name="T38" fmla="*/ 7 w 43"/>
                <a:gd name="T39" fmla="*/ 6 h 37"/>
                <a:gd name="T40" fmla="*/ 4 w 43"/>
                <a:gd name="T41" fmla="*/ 3 h 37"/>
                <a:gd name="T42" fmla="*/ 1 w 43"/>
                <a:gd name="T43" fmla="*/ 1 h 37"/>
                <a:gd name="T44" fmla="*/ 0 w 43"/>
                <a:gd name="T45" fmla="*/ 1 h 37"/>
                <a:gd name="T46" fmla="*/ 0 w 43"/>
                <a:gd name="T47" fmla="*/ 0 h 37"/>
                <a:gd name="T48" fmla="*/ 17 w 43"/>
                <a:gd name="T49" fmla="*/ 0 h 37"/>
                <a:gd name="T50" fmla="*/ 17 w 43"/>
                <a:gd name="T51" fmla="*/ 1 h 37"/>
                <a:gd name="T52" fmla="*/ 16 w 43"/>
                <a:gd name="T53" fmla="*/ 1 h 37"/>
                <a:gd name="T54" fmla="*/ 14 w 43"/>
                <a:gd name="T55" fmla="*/ 2 h 37"/>
                <a:gd name="T56" fmla="*/ 13 w 43"/>
                <a:gd name="T57" fmla="*/ 3 h 37"/>
                <a:gd name="T58" fmla="*/ 14 w 43"/>
                <a:gd name="T59" fmla="*/ 7 h 37"/>
                <a:gd name="T60" fmla="*/ 23 w 43"/>
                <a:gd name="T61" fmla="*/ 19 h 37"/>
                <a:gd name="T62" fmla="*/ 31 w 43"/>
                <a:gd name="T63" fmla="*/ 8 h 37"/>
                <a:gd name="T64" fmla="*/ 33 w 43"/>
                <a:gd name="T65" fmla="*/ 4 h 37"/>
                <a:gd name="T66" fmla="*/ 32 w 43"/>
                <a:gd name="T67" fmla="*/ 2 h 37"/>
                <a:gd name="T68" fmla="*/ 31 w 43"/>
                <a:gd name="T69" fmla="*/ 1 h 37"/>
                <a:gd name="T70" fmla="*/ 29 w 43"/>
                <a:gd name="T71" fmla="*/ 1 h 37"/>
                <a:gd name="T72" fmla="*/ 29 w 43"/>
                <a:gd name="T7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3" h="37">
                  <a:moveTo>
                    <a:pt x="29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2" y="1"/>
                    <a:pt x="41" y="1"/>
                    <a:pt x="40" y="2"/>
                  </a:cubicBezTo>
                  <a:cubicBezTo>
                    <a:pt x="39" y="2"/>
                    <a:pt x="38" y="3"/>
                    <a:pt x="37" y="3"/>
                  </a:cubicBezTo>
                  <a:cubicBezTo>
                    <a:pt x="36" y="4"/>
                    <a:pt x="35" y="6"/>
                    <a:pt x="34" y="7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3"/>
                    <a:pt x="24" y="35"/>
                    <a:pt x="25" y="35"/>
                  </a:cubicBezTo>
                  <a:cubicBezTo>
                    <a:pt x="26" y="36"/>
                    <a:pt x="27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6" y="36"/>
                    <a:pt x="17" y="36"/>
                    <a:pt x="18" y="35"/>
                  </a:cubicBezTo>
                  <a:cubicBezTo>
                    <a:pt x="18" y="34"/>
                    <a:pt x="18" y="33"/>
                    <a:pt x="18" y="3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5"/>
                    <a:pt x="5" y="3"/>
                    <a:pt x="4" y="3"/>
                  </a:cubicBezTo>
                  <a:cubicBezTo>
                    <a:pt x="4" y="3"/>
                    <a:pt x="3" y="2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4" y="2"/>
                  </a:cubicBezTo>
                  <a:cubicBezTo>
                    <a:pt x="13" y="2"/>
                    <a:pt x="13" y="3"/>
                    <a:pt x="13" y="3"/>
                  </a:cubicBezTo>
                  <a:cubicBezTo>
                    <a:pt x="13" y="4"/>
                    <a:pt x="13" y="5"/>
                    <a:pt x="14" y="7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2" y="6"/>
                    <a:pt x="33" y="5"/>
                    <a:pt x="33" y="4"/>
                  </a:cubicBezTo>
                  <a:cubicBezTo>
                    <a:pt x="33" y="3"/>
                    <a:pt x="33" y="3"/>
                    <a:pt x="32" y="2"/>
                  </a:cubicBezTo>
                  <a:cubicBezTo>
                    <a:pt x="32" y="2"/>
                    <a:pt x="32" y="2"/>
                    <a:pt x="31" y="1"/>
                  </a:cubicBezTo>
                  <a:cubicBezTo>
                    <a:pt x="31" y="1"/>
                    <a:pt x="30" y="1"/>
                    <a:pt x="29" y="1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6" name="Freeform 39">
              <a:extLst>
                <a:ext uri="{FF2B5EF4-FFF2-40B4-BE49-F238E27FC236}">
                  <a16:creationId xmlns:a16="http://schemas.microsoft.com/office/drawing/2014/main" id="{745E4845-EE91-C24D-BAD8-5986AA0C2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0" y="2324"/>
              <a:ext cx="76" cy="75"/>
            </a:xfrm>
            <a:custGeom>
              <a:avLst/>
              <a:gdLst>
                <a:gd name="T0" fmla="*/ 21 w 40"/>
                <a:gd name="T1" fmla="*/ 0 h 39"/>
                <a:gd name="T2" fmla="*/ 34 w 40"/>
                <a:gd name="T3" fmla="*/ 6 h 39"/>
                <a:gd name="T4" fmla="*/ 40 w 40"/>
                <a:gd name="T5" fmla="*/ 19 h 39"/>
                <a:gd name="T6" fmla="*/ 34 w 40"/>
                <a:gd name="T7" fmla="*/ 34 h 39"/>
                <a:gd name="T8" fmla="*/ 20 w 40"/>
                <a:gd name="T9" fmla="*/ 39 h 39"/>
                <a:gd name="T10" fmla="*/ 6 w 40"/>
                <a:gd name="T11" fmla="*/ 34 h 39"/>
                <a:gd name="T12" fmla="*/ 0 w 40"/>
                <a:gd name="T13" fmla="*/ 20 h 39"/>
                <a:gd name="T14" fmla="*/ 7 w 40"/>
                <a:gd name="T15" fmla="*/ 5 h 39"/>
                <a:gd name="T16" fmla="*/ 21 w 40"/>
                <a:gd name="T17" fmla="*/ 0 h 39"/>
                <a:gd name="T18" fmla="*/ 20 w 40"/>
                <a:gd name="T19" fmla="*/ 2 h 39"/>
                <a:gd name="T20" fmla="*/ 11 w 40"/>
                <a:gd name="T21" fmla="*/ 6 h 39"/>
                <a:gd name="T22" fmla="*/ 7 w 40"/>
                <a:gd name="T23" fmla="*/ 19 h 39"/>
                <a:gd name="T24" fmla="*/ 11 w 40"/>
                <a:gd name="T25" fmla="*/ 33 h 39"/>
                <a:gd name="T26" fmla="*/ 20 w 40"/>
                <a:gd name="T27" fmla="*/ 37 h 39"/>
                <a:gd name="T28" fmla="*/ 30 w 40"/>
                <a:gd name="T29" fmla="*/ 33 h 39"/>
                <a:gd name="T30" fmla="*/ 33 w 40"/>
                <a:gd name="T31" fmla="*/ 20 h 39"/>
                <a:gd name="T32" fmla="*/ 29 w 40"/>
                <a:gd name="T33" fmla="*/ 6 h 39"/>
                <a:gd name="T34" fmla="*/ 20 w 40"/>
                <a:gd name="T35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39">
                  <a:moveTo>
                    <a:pt x="21" y="0"/>
                  </a:moveTo>
                  <a:cubicBezTo>
                    <a:pt x="26" y="0"/>
                    <a:pt x="31" y="2"/>
                    <a:pt x="34" y="6"/>
                  </a:cubicBezTo>
                  <a:cubicBezTo>
                    <a:pt x="38" y="9"/>
                    <a:pt x="40" y="14"/>
                    <a:pt x="40" y="19"/>
                  </a:cubicBezTo>
                  <a:cubicBezTo>
                    <a:pt x="40" y="25"/>
                    <a:pt x="38" y="30"/>
                    <a:pt x="34" y="34"/>
                  </a:cubicBezTo>
                  <a:cubicBezTo>
                    <a:pt x="30" y="37"/>
                    <a:pt x="26" y="39"/>
                    <a:pt x="20" y="39"/>
                  </a:cubicBezTo>
                  <a:cubicBezTo>
                    <a:pt x="14" y="39"/>
                    <a:pt x="10" y="37"/>
                    <a:pt x="6" y="34"/>
                  </a:cubicBezTo>
                  <a:cubicBezTo>
                    <a:pt x="2" y="30"/>
                    <a:pt x="0" y="25"/>
                    <a:pt x="0" y="20"/>
                  </a:cubicBezTo>
                  <a:cubicBezTo>
                    <a:pt x="0" y="14"/>
                    <a:pt x="2" y="9"/>
                    <a:pt x="7" y="5"/>
                  </a:cubicBezTo>
                  <a:cubicBezTo>
                    <a:pt x="11" y="2"/>
                    <a:pt x="15" y="0"/>
                    <a:pt x="21" y="0"/>
                  </a:cubicBezTo>
                  <a:close/>
                  <a:moveTo>
                    <a:pt x="20" y="2"/>
                  </a:moveTo>
                  <a:cubicBezTo>
                    <a:pt x="16" y="2"/>
                    <a:pt x="13" y="3"/>
                    <a:pt x="11" y="6"/>
                  </a:cubicBezTo>
                  <a:cubicBezTo>
                    <a:pt x="8" y="9"/>
                    <a:pt x="7" y="13"/>
                    <a:pt x="7" y="19"/>
                  </a:cubicBezTo>
                  <a:cubicBezTo>
                    <a:pt x="7" y="26"/>
                    <a:pt x="8" y="30"/>
                    <a:pt x="11" y="33"/>
                  </a:cubicBezTo>
                  <a:cubicBezTo>
                    <a:pt x="13" y="36"/>
                    <a:pt x="16" y="37"/>
                    <a:pt x="20" y="37"/>
                  </a:cubicBezTo>
                  <a:cubicBezTo>
                    <a:pt x="24" y="37"/>
                    <a:pt x="27" y="36"/>
                    <a:pt x="30" y="33"/>
                  </a:cubicBezTo>
                  <a:cubicBezTo>
                    <a:pt x="32" y="30"/>
                    <a:pt x="33" y="26"/>
                    <a:pt x="33" y="20"/>
                  </a:cubicBezTo>
                  <a:cubicBezTo>
                    <a:pt x="33" y="14"/>
                    <a:pt x="32" y="9"/>
                    <a:pt x="29" y="6"/>
                  </a:cubicBezTo>
                  <a:cubicBezTo>
                    <a:pt x="27" y="3"/>
                    <a:pt x="24" y="2"/>
                    <a:pt x="2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7" name="Freeform 40">
              <a:extLst>
                <a:ext uri="{FF2B5EF4-FFF2-40B4-BE49-F238E27FC236}">
                  <a16:creationId xmlns:a16="http://schemas.microsoft.com/office/drawing/2014/main" id="{F4B2AD2A-9ABA-BD48-8178-137A305A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326"/>
              <a:ext cx="59" cy="71"/>
            </a:xfrm>
            <a:custGeom>
              <a:avLst/>
              <a:gdLst>
                <a:gd name="T0" fmla="*/ 12 w 31"/>
                <a:gd name="T1" fmla="*/ 2 h 37"/>
                <a:gd name="T2" fmla="*/ 12 w 31"/>
                <a:gd name="T3" fmla="*/ 17 h 37"/>
                <a:gd name="T4" fmla="*/ 19 w 31"/>
                <a:gd name="T5" fmla="*/ 17 h 37"/>
                <a:gd name="T6" fmla="*/ 23 w 31"/>
                <a:gd name="T7" fmla="*/ 16 h 37"/>
                <a:gd name="T8" fmla="*/ 25 w 31"/>
                <a:gd name="T9" fmla="*/ 12 h 37"/>
                <a:gd name="T10" fmla="*/ 26 w 31"/>
                <a:gd name="T11" fmla="*/ 12 h 37"/>
                <a:gd name="T12" fmla="*/ 26 w 31"/>
                <a:gd name="T13" fmla="*/ 24 h 37"/>
                <a:gd name="T14" fmla="*/ 25 w 31"/>
                <a:gd name="T15" fmla="*/ 24 h 37"/>
                <a:gd name="T16" fmla="*/ 24 w 31"/>
                <a:gd name="T17" fmla="*/ 21 h 37"/>
                <a:gd name="T18" fmla="*/ 22 w 31"/>
                <a:gd name="T19" fmla="*/ 20 h 37"/>
                <a:gd name="T20" fmla="*/ 19 w 31"/>
                <a:gd name="T21" fmla="*/ 19 h 37"/>
                <a:gd name="T22" fmla="*/ 12 w 31"/>
                <a:gd name="T23" fmla="*/ 19 h 37"/>
                <a:gd name="T24" fmla="*/ 12 w 31"/>
                <a:gd name="T25" fmla="*/ 31 h 37"/>
                <a:gd name="T26" fmla="*/ 12 w 31"/>
                <a:gd name="T27" fmla="*/ 34 h 37"/>
                <a:gd name="T28" fmla="*/ 13 w 31"/>
                <a:gd name="T29" fmla="*/ 36 h 37"/>
                <a:gd name="T30" fmla="*/ 16 w 31"/>
                <a:gd name="T31" fmla="*/ 36 h 37"/>
                <a:gd name="T32" fmla="*/ 18 w 31"/>
                <a:gd name="T33" fmla="*/ 36 h 37"/>
                <a:gd name="T34" fmla="*/ 18 w 31"/>
                <a:gd name="T35" fmla="*/ 37 h 37"/>
                <a:gd name="T36" fmla="*/ 0 w 31"/>
                <a:gd name="T37" fmla="*/ 37 h 37"/>
                <a:gd name="T38" fmla="*/ 0 w 31"/>
                <a:gd name="T39" fmla="*/ 36 h 37"/>
                <a:gd name="T40" fmla="*/ 1 w 31"/>
                <a:gd name="T41" fmla="*/ 36 h 37"/>
                <a:gd name="T42" fmla="*/ 5 w 31"/>
                <a:gd name="T43" fmla="*/ 35 h 37"/>
                <a:gd name="T44" fmla="*/ 6 w 31"/>
                <a:gd name="T45" fmla="*/ 31 h 37"/>
                <a:gd name="T46" fmla="*/ 6 w 31"/>
                <a:gd name="T47" fmla="*/ 7 h 37"/>
                <a:gd name="T48" fmla="*/ 5 w 31"/>
                <a:gd name="T49" fmla="*/ 3 h 37"/>
                <a:gd name="T50" fmla="*/ 4 w 31"/>
                <a:gd name="T51" fmla="*/ 2 h 37"/>
                <a:gd name="T52" fmla="*/ 1 w 31"/>
                <a:gd name="T53" fmla="*/ 1 h 37"/>
                <a:gd name="T54" fmla="*/ 0 w 31"/>
                <a:gd name="T55" fmla="*/ 1 h 37"/>
                <a:gd name="T56" fmla="*/ 0 w 31"/>
                <a:gd name="T57" fmla="*/ 0 h 37"/>
                <a:gd name="T58" fmla="*/ 31 w 31"/>
                <a:gd name="T59" fmla="*/ 0 h 37"/>
                <a:gd name="T60" fmla="*/ 31 w 31"/>
                <a:gd name="T61" fmla="*/ 8 h 37"/>
                <a:gd name="T62" fmla="*/ 30 w 31"/>
                <a:gd name="T63" fmla="*/ 8 h 37"/>
                <a:gd name="T64" fmla="*/ 28 w 31"/>
                <a:gd name="T65" fmla="*/ 4 h 37"/>
                <a:gd name="T66" fmla="*/ 26 w 31"/>
                <a:gd name="T67" fmla="*/ 3 h 37"/>
                <a:gd name="T68" fmla="*/ 21 w 31"/>
                <a:gd name="T69" fmla="*/ 2 h 37"/>
                <a:gd name="T70" fmla="*/ 12 w 31"/>
                <a:gd name="T71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" h="37">
                  <a:moveTo>
                    <a:pt x="12" y="2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1" y="17"/>
                    <a:pt x="22" y="16"/>
                    <a:pt x="23" y="16"/>
                  </a:cubicBezTo>
                  <a:cubicBezTo>
                    <a:pt x="24" y="15"/>
                    <a:pt x="24" y="14"/>
                    <a:pt x="25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3"/>
                    <a:pt x="24" y="22"/>
                    <a:pt x="24" y="21"/>
                  </a:cubicBezTo>
                  <a:cubicBezTo>
                    <a:pt x="24" y="20"/>
                    <a:pt x="23" y="20"/>
                    <a:pt x="22" y="20"/>
                  </a:cubicBezTo>
                  <a:cubicBezTo>
                    <a:pt x="22" y="19"/>
                    <a:pt x="21" y="19"/>
                    <a:pt x="19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2" y="35"/>
                    <a:pt x="13" y="35"/>
                    <a:pt x="13" y="36"/>
                  </a:cubicBezTo>
                  <a:cubicBezTo>
                    <a:pt x="14" y="36"/>
                    <a:pt x="15" y="36"/>
                    <a:pt x="16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3" y="36"/>
                    <a:pt x="4" y="36"/>
                    <a:pt x="5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5"/>
                    <a:pt x="6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9" y="6"/>
                    <a:pt x="29" y="5"/>
                    <a:pt x="28" y="4"/>
                  </a:cubicBezTo>
                  <a:cubicBezTo>
                    <a:pt x="27" y="4"/>
                    <a:pt x="27" y="3"/>
                    <a:pt x="26" y="3"/>
                  </a:cubicBezTo>
                  <a:cubicBezTo>
                    <a:pt x="25" y="2"/>
                    <a:pt x="23" y="2"/>
                    <a:pt x="21" y="2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20E0D415-E08B-3B47-BD47-C0D96BFFC8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5" y="2326"/>
              <a:ext cx="59" cy="71"/>
            </a:xfrm>
            <a:custGeom>
              <a:avLst/>
              <a:gdLst>
                <a:gd name="T0" fmla="*/ 11 w 31"/>
                <a:gd name="T1" fmla="*/ 20 h 37"/>
                <a:gd name="T2" fmla="*/ 11 w 31"/>
                <a:gd name="T3" fmla="*/ 31 h 37"/>
                <a:gd name="T4" fmla="*/ 12 w 31"/>
                <a:gd name="T5" fmla="*/ 35 h 37"/>
                <a:gd name="T6" fmla="*/ 16 w 31"/>
                <a:gd name="T7" fmla="*/ 36 h 37"/>
                <a:gd name="T8" fmla="*/ 17 w 31"/>
                <a:gd name="T9" fmla="*/ 36 h 37"/>
                <a:gd name="T10" fmla="*/ 17 w 31"/>
                <a:gd name="T11" fmla="*/ 37 h 37"/>
                <a:gd name="T12" fmla="*/ 0 w 31"/>
                <a:gd name="T13" fmla="*/ 37 h 37"/>
                <a:gd name="T14" fmla="*/ 0 w 31"/>
                <a:gd name="T15" fmla="*/ 36 h 37"/>
                <a:gd name="T16" fmla="*/ 1 w 31"/>
                <a:gd name="T17" fmla="*/ 36 h 37"/>
                <a:gd name="T18" fmla="*/ 5 w 31"/>
                <a:gd name="T19" fmla="*/ 35 h 37"/>
                <a:gd name="T20" fmla="*/ 6 w 31"/>
                <a:gd name="T21" fmla="*/ 31 h 37"/>
                <a:gd name="T22" fmla="*/ 6 w 31"/>
                <a:gd name="T23" fmla="*/ 7 h 37"/>
                <a:gd name="T24" fmla="*/ 5 w 31"/>
                <a:gd name="T25" fmla="*/ 2 h 37"/>
                <a:gd name="T26" fmla="*/ 1 w 31"/>
                <a:gd name="T27" fmla="*/ 1 h 37"/>
                <a:gd name="T28" fmla="*/ 0 w 31"/>
                <a:gd name="T29" fmla="*/ 1 h 37"/>
                <a:gd name="T30" fmla="*/ 0 w 31"/>
                <a:gd name="T31" fmla="*/ 0 h 37"/>
                <a:gd name="T32" fmla="*/ 15 w 31"/>
                <a:gd name="T33" fmla="*/ 0 h 37"/>
                <a:gd name="T34" fmla="*/ 24 w 31"/>
                <a:gd name="T35" fmla="*/ 1 h 37"/>
                <a:gd name="T36" fmla="*/ 29 w 31"/>
                <a:gd name="T37" fmla="*/ 5 h 37"/>
                <a:gd name="T38" fmla="*/ 31 w 31"/>
                <a:gd name="T39" fmla="*/ 10 h 37"/>
                <a:gd name="T40" fmla="*/ 28 w 31"/>
                <a:gd name="T41" fmla="*/ 18 h 37"/>
                <a:gd name="T42" fmla="*/ 18 w 31"/>
                <a:gd name="T43" fmla="*/ 21 h 37"/>
                <a:gd name="T44" fmla="*/ 15 w 31"/>
                <a:gd name="T45" fmla="*/ 20 h 37"/>
                <a:gd name="T46" fmla="*/ 11 w 31"/>
                <a:gd name="T47" fmla="*/ 20 h 37"/>
                <a:gd name="T48" fmla="*/ 11 w 31"/>
                <a:gd name="T49" fmla="*/ 18 h 37"/>
                <a:gd name="T50" fmla="*/ 14 w 31"/>
                <a:gd name="T51" fmla="*/ 19 h 37"/>
                <a:gd name="T52" fmla="*/ 16 w 31"/>
                <a:gd name="T53" fmla="*/ 19 h 37"/>
                <a:gd name="T54" fmla="*/ 22 w 31"/>
                <a:gd name="T55" fmla="*/ 17 h 37"/>
                <a:gd name="T56" fmla="*/ 24 w 31"/>
                <a:gd name="T57" fmla="*/ 11 h 37"/>
                <a:gd name="T58" fmla="*/ 23 w 31"/>
                <a:gd name="T59" fmla="*/ 6 h 37"/>
                <a:gd name="T60" fmla="*/ 20 w 31"/>
                <a:gd name="T61" fmla="*/ 3 h 37"/>
                <a:gd name="T62" fmla="*/ 15 w 31"/>
                <a:gd name="T63" fmla="*/ 2 h 37"/>
                <a:gd name="T64" fmla="*/ 11 w 31"/>
                <a:gd name="T65" fmla="*/ 3 h 37"/>
                <a:gd name="T66" fmla="*/ 11 w 31"/>
                <a:gd name="T67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" h="37">
                  <a:moveTo>
                    <a:pt x="11" y="20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11" y="33"/>
                    <a:pt x="12" y="35"/>
                    <a:pt x="12" y="35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3" y="36"/>
                    <a:pt x="4" y="36"/>
                    <a:pt x="5" y="35"/>
                  </a:cubicBezTo>
                  <a:cubicBezTo>
                    <a:pt x="5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5" y="3"/>
                    <a:pt x="5" y="2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0"/>
                    <a:pt x="24" y="1"/>
                  </a:cubicBezTo>
                  <a:cubicBezTo>
                    <a:pt x="26" y="2"/>
                    <a:pt x="27" y="3"/>
                    <a:pt x="29" y="5"/>
                  </a:cubicBezTo>
                  <a:cubicBezTo>
                    <a:pt x="30" y="6"/>
                    <a:pt x="31" y="8"/>
                    <a:pt x="31" y="10"/>
                  </a:cubicBezTo>
                  <a:cubicBezTo>
                    <a:pt x="31" y="13"/>
                    <a:pt x="30" y="16"/>
                    <a:pt x="28" y="18"/>
                  </a:cubicBezTo>
                  <a:cubicBezTo>
                    <a:pt x="26" y="20"/>
                    <a:pt x="22" y="21"/>
                    <a:pt x="18" y="21"/>
                  </a:cubicBezTo>
                  <a:cubicBezTo>
                    <a:pt x="17" y="21"/>
                    <a:pt x="16" y="21"/>
                    <a:pt x="15" y="20"/>
                  </a:cubicBezTo>
                  <a:cubicBezTo>
                    <a:pt x="14" y="20"/>
                    <a:pt x="13" y="20"/>
                    <a:pt x="11" y="20"/>
                  </a:cubicBezTo>
                  <a:close/>
                  <a:moveTo>
                    <a:pt x="11" y="18"/>
                  </a:moveTo>
                  <a:cubicBezTo>
                    <a:pt x="13" y="18"/>
                    <a:pt x="13" y="19"/>
                    <a:pt x="14" y="19"/>
                  </a:cubicBezTo>
                  <a:cubicBezTo>
                    <a:pt x="15" y="19"/>
                    <a:pt x="16" y="19"/>
                    <a:pt x="16" y="19"/>
                  </a:cubicBezTo>
                  <a:cubicBezTo>
                    <a:pt x="19" y="19"/>
                    <a:pt x="20" y="18"/>
                    <a:pt x="22" y="17"/>
                  </a:cubicBezTo>
                  <a:cubicBezTo>
                    <a:pt x="23" y="15"/>
                    <a:pt x="24" y="13"/>
                    <a:pt x="24" y="11"/>
                  </a:cubicBezTo>
                  <a:cubicBezTo>
                    <a:pt x="24" y="9"/>
                    <a:pt x="24" y="8"/>
                    <a:pt x="23" y="6"/>
                  </a:cubicBezTo>
                  <a:cubicBezTo>
                    <a:pt x="22" y="5"/>
                    <a:pt x="21" y="4"/>
                    <a:pt x="20" y="3"/>
                  </a:cubicBezTo>
                  <a:cubicBezTo>
                    <a:pt x="19" y="3"/>
                    <a:pt x="17" y="2"/>
                    <a:pt x="15" y="2"/>
                  </a:cubicBezTo>
                  <a:cubicBezTo>
                    <a:pt x="14" y="2"/>
                    <a:pt x="13" y="2"/>
                    <a:pt x="11" y="3"/>
                  </a:cubicBezTo>
                  <a:lnTo>
                    <a:pt x="1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69" name="Freeform 42">
              <a:extLst>
                <a:ext uri="{FF2B5EF4-FFF2-40B4-BE49-F238E27FC236}">
                  <a16:creationId xmlns:a16="http://schemas.microsoft.com/office/drawing/2014/main" id="{FCFAE61B-5197-A545-8E6A-62A48A1D5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326"/>
              <a:ext cx="67" cy="71"/>
            </a:xfrm>
            <a:custGeom>
              <a:avLst/>
              <a:gdLst>
                <a:gd name="T0" fmla="*/ 12 w 35"/>
                <a:gd name="T1" fmla="*/ 2 h 37"/>
                <a:gd name="T2" fmla="*/ 12 w 35"/>
                <a:gd name="T3" fmla="*/ 17 h 37"/>
                <a:gd name="T4" fmla="*/ 21 w 35"/>
                <a:gd name="T5" fmla="*/ 17 h 37"/>
                <a:gd name="T6" fmla="*/ 25 w 35"/>
                <a:gd name="T7" fmla="*/ 16 h 37"/>
                <a:gd name="T8" fmla="*/ 27 w 35"/>
                <a:gd name="T9" fmla="*/ 11 h 37"/>
                <a:gd name="T10" fmla="*/ 28 w 35"/>
                <a:gd name="T11" fmla="*/ 11 h 37"/>
                <a:gd name="T12" fmla="*/ 28 w 35"/>
                <a:gd name="T13" fmla="*/ 24 h 37"/>
                <a:gd name="T14" fmla="*/ 27 w 35"/>
                <a:gd name="T15" fmla="*/ 24 h 37"/>
                <a:gd name="T16" fmla="*/ 26 w 35"/>
                <a:gd name="T17" fmla="*/ 21 h 37"/>
                <a:gd name="T18" fmla="*/ 24 w 35"/>
                <a:gd name="T19" fmla="*/ 19 h 37"/>
                <a:gd name="T20" fmla="*/ 21 w 35"/>
                <a:gd name="T21" fmla="*/ 19 h 37"/>
                <a:gd name="T22" fmla="*/ 12 w 35"/>
                <a:gd name="T23" fmla="*/ 19 h 37"/>
                <a:gd name="T24" fmla="*/ 12 w 35"/>
                <a:gd name="T25" fmla="*/ 31 h 37"/>
                <a:gd name="T26" fmla="*/ 12 w 35"/>
                <a:gd name="T27" fmla="*/ 34 h 37"/>
                <a:gd name="T28" fmla="*/ 13 w 35"/>
                <a:gd name="T29" fmla="*/ 35 h 37"/>
                <a:gd name="T30" fmla="*/ 15 w 35"/>
                <a:gd name="T31" fmla="*/ 35 h 37"/>
                <a:gd name="T32" fmla="*/ 22 w 35"/>
                <a:gd name="T33" fmla="*/ 35 h 37"/>
                <a:gd name="T34" fmla="*/ 27 w 35"/>
                <a:gd name="T35" fmla="*/ 35 h 37"/>
                <a:gd name="T36" fmla="*/ 30 w 35"/>
                <a:gd name="T37" fmla="*/ 33 h 37"/>
                <a:gd name="T38" fmla="*/ 34 w 35"/>
                <a:gd name="T39" fmla="*/ 28 h 37"/>
                <a:gd name="T40" fmla="*/ 35 w 35"/>
                <a:gd name="T41" fmla="*/ 28 h 37"/>
                <a:gd name="T42" fmla="*/ 32 w 35"/>
                <a:gd name="T43" fmla="*/ 37 h 37"/>
                <a:gd name="T44" fmla="*/ 0 w 35"/>
                <a:gd name="T45" fmla="*/ 37 h 37"/>
                <a:gd name="T46" fmla="*/ 0 w 35"/>
                <a:gd name="T47" fmla="*/ 36 h 37"/>
                <a:gd name="T48" fmla="*/ 1 w 35"/>
                <a:gd name="T49" fmla="*/ 36 h 37"/>
                <a:gd name="T50" fmla="*/ 4 w 35"/>
                <a:gd name="T51" fmla="*/ 36 h 37"/>
                <a:gd name="T52" fmla="*/ 5 w 35"/>
                <a:gd name="T53" fmla="*/ 34 h 37"/>
                <a:gd name="T54" fmla="*/ 6 w 35"/>
                <a:gd name="T55" fmla="*/ 31 h 37"/>
                <a:gd name="T56" fmla="*/ 6 w 35"/>
                <a:gd name="T57" fmla="*/ 7 h 37"/>
                <a:gd name="T58" fmla="*/ 5 w 35"/>
                <a:gd name="T59" fmla="*/ 2 h 37"/>
                <a:gd name="T60" fmla="*/ 1 w 35"/>
                <a:gd name="T61" fmla="*/ 1 h 37"/>
                <a:gd name="T62" fmla="*/ 0 w 35"/>
                <a:gd name="T63" fmla="*/ 1 h 37"/>
                <a:gd name="T64" fmla="*/ 0 w 35"/>
                <a:gd name="T65" fmla="*/ 0 h 37"/>
                <a:gd name="T66" fmla="*/ 32 w 35"/>
                <a:gd name="T67" fmla="*/ 0 h 37"/>
                <a:gd name="T68" fmla="*/ 32 w 35"/>
                <a:gd name="T69" fmla="*/ 8 h 37"/>
                <a:gd name="T70" fmla="*/ 31 w 35"/>
                <a:gd name="T71" fmla="*/ 8 h 37"/>
                <a:gd name="T72" fmla="*/ 29 w 35"/>
                <a:gd name="T73" fmla="*/ 4 h 37"/>
                <a:gd name="T74" fmla="*/ 27 w 35"/>
                <a:gd name="T75" fmla="*/ 3 h 37"/>
                <a:gd name="T76" fmla="*/ 23 w 35"/>
                <a:gd name="T77" fmla="*/ 2 h 37"/>
                <a:gd name="T78" fmla="*/ 12 w 35"/>
                <a:gd name="T7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5" h="37">
                  <a:moveTo>
                    <a:pt x="12" y="2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3" y="17"/>
                    <a:pt x="24" y="16"/>
                    <a:pt x="25" y="16"/>
                  </a:cubicBezTo>
                  <a:cubicBezTo>
                    <a:pt x="26" y="15"/>
                    <a:pt x="27" y="14"/>
                    <a:pt x="27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3"/>
                    <a:pt x="26" y="21"/>
                    <a:pt x="26" y="21"/>
                  </a:cubicBezTo>
                  <a:cubicBezTo>
                    <a:pt x="26" y="20"/>
                    <a:pt x="25" y="20"/>
                    <a:pt x="24" y="19"/>
                  </a:cubicBezTo>
                  <a:cubicBezTo>
                    <a:pt x="24" y="19"/>
                    <a:pt x="22" y="19"/>
                    <a:pt x="21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2" y="34"/>
                    <a:pt x="12" y="35"/>
                    <a:pt x="13" y="35"/>
                  </a:cubicBezTo>
                  <a:cubicBezTo>
                    <a:pt x="13" y="35"/>
                    <a:pt x="14" y="35"/>
                    <a:pt x="15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6" y="35"/>
                    <a:pt x="27" y="35"/>
                  </a:cubicBezTo>
                  <a:cubicBezTo>
                    <a:pt x="28" y="35"/>
                    <a:pt x="29" y="34"/>
                    <a:pt x="30" y="33"/>
                  </a:cubicBezTo>
                  <a:cubicBezTo>
                    <a:pt x="31" y="32"/>
                    <a:pt x="33" y="30"/>
                    <a:pt x="34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2" y="36"/>
                    <a:pt x="3" y="36"/>
                    <a:pt x="4" y="36"/>
                  </a:cubicBezTo>
                  <a:cubicBezTo>
                    <a:pt x="5" y="35"/>
                    <a:pt x="5" y="35"/>
                    <a:pt x="5" y="34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0" y="6"/>
                    <a:pt x="30" y="5"/>
                    <a:pt x="29" y="4"/>
                  </a:cubicBezTo>
                  <a:cubicBezTo>
                    <a:pt x="29" y="3"/>
                    <a:pt x="28" y="3"/>
                    <a:pt x="27" y="3"/>
                  </a:cubicBezTo>
                  <a:cubicBezTo>
                    <a:pt x="26" y="2"/>
                    <a:pt x="25" y="2"/>
                    <a:pt x="23" y="2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0" name="Freeform 43">
              <a:extLst>
                <a:ext uri="{FF2B5EF4-FFF2-40B4-BE49-F238E27FC236}">
                  <a16:creationId xmlns:a16="http://schemas.microsoft.com/office/drawing/2014/main" id="{B1E4AC8A-4959-EA4F-A2D8-9BC39B2B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326"/>
              <a:ext cx="65" cy="71"/>
            </a:xfrm>
            <a:custGeom>
              <a:avLst/>
              <a:gdLst>
                <a:gd name="T0" fmla="*/ 34 w 34"/>
                <a:gd name="T1" fmla="*/ 0 h 37"/>
                <a:gd name="T2" fmla="*/ 34 w 34"/>
                <a:gd name="T3" fmla="*/ 9 h 37"/>
                <a:gd name="T4" fmla="*/ 33 w 34"/>
                <a:gd name="T5" fmla="*/ 9 h 37"/>
                <a:gd name="T6" fmla="*/ 32 w 34"/>
                <a:gd name="T7" fmla="*/ 5 h 37"/>
                <a:gd name="T8" fmla="*/ 30 w 34"/>
                <a:gd name="T9" fmla="*/ 3 h 37"/>
                <a:gd name="T10" fmla="*/ 26 w 34"/>
                <a:gd name="T11" fmla="*/ 2 h 37"/>
                <a:gd name="T12" fmla="*/ 20 w 34"/>
                <a:gd name="T13" fmla="*/ 2 h 37"/>
                <a:gd name="T14" fmla="*/ 20 w 34"/>
                <a:gd name="T15" fmla="*/ 31 h 37"/>
                <a:gd name="T16" fmla="*/ 21 w 34"/>
                <a:gd name="T17" fmla="*/ 35 h 37"/>
                <a:gd name="T18" fmla="*/ 24 w 34"/>
                <a:gd name="T19" fmla="*/ 36 h 37"/>
                <a:gd name="T20" fmla="*/ 26 w 34"/>
                <a:gd name="T21" fmla="*/ 36 h 37"/>
                <a:gd name="T22" fmla="*/ 26 w 34"/>
                <a:gd name="T23" fmla="*/ 37 h 37"/>
                <a:gd name="T24" fmla="*/ 8 w 34"/>
                <a:gd name="T25" fmla="*/ 37 h 37"/>
                <a:gd name="T26" fmla="*/ 8 w 34"/>
                <a:gd name="T27" fmla="*/ 36 h 37"/>
                <a:gd name="T28" fmla="*/ 10 w 34"/>
                <a:gd name="T29" fmla="*/ 36 h 37"/>
                <a:gd name="T30" fmla="*/ 13 w 34"/>
                <a:gd name="T31" fmla="*/ 35 h 37"/>
                <a:gd name="T32" fmla="*/ 14 w 34"/>
                <a:gd name="T33" fmla="*/ 31 h 37"/>
                <a:gd name="T34" fmla="*/ 14 w 34"/>
                <a:gd name="T35" fmla="*/ 2 h 37"/>
                <a:gd name="T36" fmla="*/ 9 w 34"/>
                <a:gd name="T37" fmla="*/ 2 h 37"/>
                <a:gd name="T38" fmla="*/ 5 w 34"/>
                <a:gd name="T39" fmla="*/ 3 h 37"/>
                <a:gd name="T40" fmla="*/ 2 w 34"/>
                <a:gd name="T41" fmla="*/ 5 h 37"/>
                <a:gd name="T42" fmla="*/ 1 w 34"/>
                <a:gd name="T43" fmla="*/ 9 h 37"/>
                <a:gd name="T44" fmla="*/ 0 w 34"/>
                <a:gd name="T45" fmla="*/ 9 h 37"/>
                <a:gd name="T46" fmla="*/ 0 w 34"/>
                <a:gd name="T47" fmla="*/ 0 h 37"/>
                <a:gd name="T48" fmla="*/ 34 w 34"/>
                <a:gd name="T4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37">
                  <a:moveTo>
                    <a:pt x="34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7"/>
                    <a:pt x="33" y="6"/>
                    <a:pt x="32" y="5"/>
                  </a:cubicBezTo>
                  <a:cubicBezTo>
                    <a:pt x="32" y="4"/>
                    <a:pt x="31" y="4"/>
                    <a:pt x="30" y="3"/>
                  </a:cubicBezTo>
                  <a:cubicBezTo>
                    <a:pt x="29" y="3"/>
                    <a:pt x="27" y="2"/>
                    <a:pt x="26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3"/>
                    <a:pt x="20" y="35"/>
                    <a:pt x="21" y="35"/>
                  </a:cubicBezTo>
                  <a:cubicBezTo>
                    <a:pt x="21" y="36"/>
                    <a:pt x="23" y="36"/>
                    <a:pt x="24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1" y="36"/>
                    <a:pt x="13" y="36"/>
                    <a:pt x="13" y="35"/>
                  </a:cubicBezTo>
                  <a:cubicBezTo>
                    <a:pt x="14" y="34"/>
                    <a:pt x="14" y="33"/>
                    <a:pt x="14" y="3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2"/>
                    <a:pt x="6" y="2"/>
                    <a:pt x="5" y="3"/>
                  </a:cubicBezTo>
                  <a:cubicBezTo>
                    <a:pt x="4" y="3"/>
                    <a:pt x="3" y="4"/>
                    <a:pt x="2" y="5"/>
                  </a:cubicBezTo>
                  <a:cubicBezTo>
                    <a:pt x="1" y="6"/>
                    <a:pt x="1" y="7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1" name="Freeform 44">
              <a:extLst>
                <a:ext uri="{FF2B5EF4-FFF2-40B4-BE49-F238E27FC236}">
                  <a16:creationId xmlns:a16="http://schemas.microsoft.com/office/drawing/2014/main" id="{54787554-9F51-5C47-8A3E-7AAB53A8B5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1" y="2326"/>
              <a:ext cx="79" cy="71"/>
            </a:xfrm>
            <a:custGeom>
              <a:avLst/>
              <a:gdLst>
                <a:gd name="T0" fmla="*/ 41 w 41"/>
                <a:gd name="T1" fmla="*/ 37 h 37"/>
                <a:gd name="T2" fmla="*/ 30 w 41"/>
                <a:gd name="T3" fmla="*/ 37 h 37"/>
                <a:gd name="T4" fmla="*/ 16 w 41"/>
                <a:gd name="T5" fmla="*/ 20 h 37"/>
                <a:gd name="T6" fmla="*/ 14 w 41"/>
                <a:gd name="T7" fmla="*/ 20 h 37"/>
                <a:gd name="T8" fmla="*/ 13 w 41"/>
                <a:gd name="T9" fmla="*/ 20 h 37"/>
                <a:gd name="T10" fmla="*/ 12 w 41"/>
                <a:gd name="T11" fmla="*/ 20 h 37"/>
                <a:gd name="T12" fmla="*/ 12 w 41"/>
                <a:gd name="T13" fmla="*/ 31 h 37"/>
                <a:gd name="T14" fmla="*/ 13 w 41"/>
                <a:gd name="T15" fmla="*/ 35 h 37"/>
                <a:gd name="T16" fmla="*/ 16 w 41"/>
                <a:gd name="T17" fmla="*/ 36 h 37"/>
                <a:gd name="T18" fmla="*/ 18 w 41"/>
                <a:gd name="T19" fmla="*/ 36 h 37"/>
                <a:gd name="T20" fmla="*/ 18 w 41"/>
                <a:gd name="T21" fmla="*/ 37 h 37"/>
                <a:gd name="T22" fmla="*/ 0 w 41"/>
                <a:gd name="T23" fmla="*/ 37 h 37"/>
                <a:gd name="T24" fmla="*/ 0 w 41"/>
                <a:gd name="T25" fmla="*/ 36 h 37"/>
                <a:gd name="T26" fmla="*/ 2 w 41"/>
                <a:gd name="T27" fmla="*/ 36 h 37"/>
                <a:gd name="T28" fmla="*/ 5 w 41"/>
                <a:gd name="T29" fmla="*/ 35 h 37"/>
                <a:gd name="T30" fmla="*/ 6 w 41"/>
                <a:gd name="T31" fmla="*/ 31 h 37"/>
                <a:gd name="T32" fmla="*/ 6 w 41"/>
                <a:gd name="T33" fmla="*/ 7 h 37"/>
                <a:gd name="T34" fmla="*/ 5 w 41"/>
                <a:gd name="T35" fmla="*/ 2 h 37"/>
                <a:gd name="T36" fmla="*/ 2 w 41"/>
                <a:gd name="T37" fmla="*/ 1 h 37"/>
                <a:gd name="T38" fmla="*/ 0 w 41"/>
                <a:gd name="T39" fmla="*/ 1 h 37"/>
                <a:gd name="T40" fmla="*/ 0 w 41"/>
                <a:gd name="T41" fmla="*/ 0 h 37"/>
                <a:gd name="T42" fmla="*/ 15 w 41"/>
                <a:gd name="T43" fmla="*/ 0 h 37"/>
                <a:gd name="T44" fmla="*/ 25 w 41"/>
                <a:gd name="T45" fmla="*/ 1 h 37"/>
                <a:gd name="T46" fmla="*/ 30 w 41"/>
                <a:gd name="T47" fmla="*/ 4 h 37"/>
                <a:gd name="T48" fmla="*/ 32 w 41"/>
                <a:gd name="T49" fmla="*/ 10 h 37"/>
                <a:gd name="T50" fmla="*/ 30 w 41"/>
                <a:gd name="T51" fmla="*/ 16 h 37"/>
                <a:gd name="T52" fmla="*/ 22 w 41"/>
                <a:gd name="T53" fmla="*/ 19 h 37"/>
                <a:gd name="T54" fmla="*/ 31 w 41"/>
                <a:gd name="T55" fmla="*/ 30 h 37"/>
                <a:gd name="T56" fmla="*/ 36 w 41"/>
                <a:gd name="T57" fmla="*/ 35 h 37"/>
                <a:gd name="T58" fmla="*/ 41 w 41"/>
                <a:gd name="T59" fmla="*/ 36 h 37"/>
                <a:gd name="T60" fmla="*/ 41 w 41"/>
                <a:gd name="T61" fmla="*/ 37 h 37"/>
                <a:gd name="T62" fmla="*/ 12 w 41"/>
                <a:gd name="T63" fmla="*/ 18 h 37"/>
                <a:gd name="T64" fmla="*/ 13 w 41"/>
                <a:gd name="T65" fmla="*/ 18 h 37"/>
                <a:gd name="T66" fmla="*/ 14 w 41"/>
                <a:gd name="T67" fmla="*/ 18 h 37"/>
                <a:gd name="T68" fmla="*/ 22 w 41"/>
                <a:gd name="T69" fmla="*/ 16 h 37"/>
                <a:gd name="T70" fmla="*/ 25 w 41"/>
                <a:gd name="T71" fmla="*/ 10 h 37"/>
                <a:gd name="T72" fmla="*/ 23 w 41"/>
                <a:gd name="T73" fmla="*/ 4 h 37"/>
                <a:gd name="T74" fmla="*/ 17 w 41"/>
                <a:gd name="T75" fmla="*/ 2 h 37"/>
                <a:gd name="T76" fmla="*/ 12 w 41"/>
                <a:gd name="T77" fmla="*/ 3 h 37"/>
                <a:gd name="T78" fmla="*/ 12 w 41"/>
                <a:gd name="T79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1" h="37">
                  <a:moveTo>
                    <a:pt x="41" y="37"/>
                  </a:moveTo>
                  <a:cubicBezTo>
                    <a:pt x="30" y="37"/>
                    <a:pt x="30" y="37"/>
                    <a:pt x="30" y="37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2" y="20"/>
                    <a:pt x="12" y="2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3"/>
                    <a:pt x="12" y="35"/>
                    <a:pt x="13" y="35"/>
                  </a:cubicBezTo>
                  <a:cubicBezTo>
                    <a:pt x="14" y="36"/>
                    <a:pt x="15" y="36"/>
                    <a:pt x="16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4" y="36"/>
                    <a:pt x="5" y="36"/>
                    <a:pt x="5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0"/>
                    <a:pt x="23" y="0"/>
                    <a:pt x="25" y="1"/>
                  </a:cubicBezTo>
                  <a:cubicBezTo>
                    <a:pt x="27" y="1"/>
                    <a:pt x="29" y="3"/>
                    <a:pt x="30" y="4"/>
                  </a:cubicBezTo>
                  <a:cubicBezTo>
                    <a:pt x="32" y="6"/>
                    <a:pt x="32" y="7"/>
                    <a:pt x="32" y="10"/>
                  </a:cubicBezTo>
                  <a:cubicBezTo>
                    <a:pt x="32" y="12"/>
                    <a:pt x="31" y="14"/>
                    <a:pt x="30" y="16"/>
                  </a:cubicBezTo>
                  <a:cubicBezTo>
                    <a:pt x="28" y="17"/>
                    <a:pt x="26" y="18"/>
                    <a:pt x="22" y="19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33" y="32"/>
                    <a:pt x="34" y="34"/>
                    <a:pt x="36" y="35"/>
                  </a:cubicBezTo>
                  <a:cubicBezTo>
                    <a:pt x="37" y="36"/>
                    <a:pt x="39" y="36"/>
                    <a:pt x="41" y="36"/>
                  </a:cubicBezTo>
                  <a:lnTo>
                    <a:pt x="41" y="37"/>
                  </a:lnTo>
                  <a:close/>
                  <a:moveTo>
                    <a:pt x="12" y="18"/>
                  </a:moveTo>
                  <a:cubicBezTo>
                    <a:pt x="12" y="18"/>
                    <a:pt x="13" y="18"/>
                    <a:pt x="13" y="18"/>
                  </a:cubicBezTo>
                  <a:cubicBezTo>
                    <a:pt x="13" y="18"/>
                    <a:pt x="13" y="18"/>
                    <a:pt x="14" y="18"/>
                  </a:cubicBezTo>
                  <a:cubicBezTo>
                    <a:pt x="18" y="18"/>
                    <a:pt x="20" y="17"/>
                    <a:pt x="22" y="16"/>
                  </a:cubicBezTo>
                  <a:cubicBezTo>
                    <a:pt x="24" y="14"/>
                    <a:pt x="25" y="12"/>
                    <a:pt x="25" y="10"/>
                  </a:cubicBezTo>
                  <a:cubicBezTo>
                    <a:pt x="25" y="8"/>
                    <a:pt x="25" y="6"/>
                    <a:pt x="23" y="4"/>
                  </a:cubicBezTo>
                  <a:cubicBezTo>
                    <a:pt x="21" y="3"/>
                    <a:pt x="19" y="2"/>
                    <a:pt x="17" y="2"/>
                  </a:cubicBezTo>
                  <a:cubicBezTo>
                    <a:pt x="16" y="2"/>
                    <a:pt x="14" y="2"/>
                    <a:pt x="12" y="3"/>
                  </a:cubicBezTo>
                  <a:lnTo>
                    <a:pt x="1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2" name="Freeform 45">
              <a:extLst>
                <a:ext uri="{FF2B5EF4-FFF2-40B4-BE49-F238E27FC236}">
                  <a16:creationId xmlns:a16="http://schemas.microsoft.com/office/drawing/2014/main" id="{B2C239E3-61C8-6448-8D7D-240DABDCCC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2" y="2324"/>
              <a:ext cx="76" cy="75"/>
            </a:xfrm>
            <a:custGeom>
              <a:avLst/>
              <a:gdLst>
                <a:gd name="T0" fmla="*/ 21 w 40"/>
                <a:gd name="T1" fmla="*/ 0 h 39"/>
                <a:gd name="T2" fmla="*/ 35 w 40"/>
                <a:gd name="T3" fmla="*/ 6 h 39"/>
                <a:gd name="T4" fmla="*/ 40 w 40"/>
                <a:gd name="T5" fmla="*/ 19 h 39"/>
                <a:gd name="T6" fmla="*/ 34 w 40"/>
                <a:gd name="T7" fmla="*/ 34 h 39"/>
                <a:gd name="T8" fmla="*/ 20 w 40"/>
                <a:gd name="T9" fmla="*/ 39 h 39"/>
                <a:gd name="T10" fmla="*/ 6 w 40"/>
                <a:gd name="T11" fmla="*/ 34 h 39"/>
                <a:gd name="T12" fmla="*/ 0 w 40"/>
                <a:gd name="T13" fmla="*/ 20 h 39"/>
                <a:gd name="T14" fmla="*/ 7 w 40"/>
                <a:gd name="T15" fmla="*/ 5 h 39"/>
                <a:gd name="T16" fmla="*/ 21 w 40"/>
                <a:gd name="T17" fmla="*/ 0 h 39"/>
                <a:gd name="T18" fmla="*/ 20 w 40"/>
                <a:gd name="T19" fmla="*/ 2 h 39"/>
                <a:gd name="T20" fmla="*/ 11 w 40"/>
                <a:gd name="T21" fmla="*/ 6 h 39"/>
                <a:gd name="T22" fmla="*/ 7 w 40"/>
                <a:gd name="T23" fmla="*/ 19 h 39"/>
                <a:gd name="T24" fmla="*/ 11 w 40"/>
                <a:gd name="T25" fmla="*/ 33 h 39"/>
                <a:gd name="T26" fmla="*/ 20 w 40"/>
                <a:gd name="T27" fmla="*/ 37 h 39"/>
                <a:gd name="T28" fmla="*/ 30 w 40"/>
                <a:gd name="T29" fmla="*/ 33 h 39"/>
                <a:gd name="T30" fmla="*/ 33 w 40"/>
                <a:gd name="T31" fmla="*/ 20 h 39"/>
                <a:gd name="T32" fmla="*/ 29 w 40"/>
                <a:gd name="T33" fmla="*/ 6 h 39"/>
                <a:gd name="T34" fmla="*/ 20 w 40"/>
                <a:gd name="T35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39">
                  <a:moveTo>
                    <a:pt x="21" y="0"/>
                  </a:moveTo>
                  <a:cubicBezTo>
                    <a:pt x="26" y="0"/>
                    <a:pt x="31" y="2"/>
                    <a:pt x="35" y="6"/>
                  </a:cubicBezTo>
                  <a:cubicBezTo>
                    <a:pt x="38" y="9"/>
                    <a:pt x="40" y="14"/>
                    <a:pt x="40" y="19"/>
                  </a:cubicBezTo>
                  <a:cubicBezTo>
                    <a:pt x="40" y="25"/>
                    <a:pt x="38" y="30"/>
                    <a:pt x="34" y="34"/>
                  </a:cubicBezTo>
                  <a:cubicBezTo>
                    <a:pt x="31" y="37"/>
                    <a:pt x="26" y="39"/>
                    <a:pt x="20" y="39"/>
                  </a:cubicBezTo>
                  <a:cubicBezTo>
                    <a:pt x="14" y="39"/>
                    <a:pt x="10" y="37"/>
                    <a:pt x="6" y="34"/>
                  </a:cubicBezTo>
                  <a:cubicBezTo>
                    <a:pt x="2" y="30"/>
                    <a:pt x="0" y="25"/>
                    <a:pt x="0" y="20"/>
                  </a:cubicBezTo>
                  <a:cubicBezTo>
                    <a:pt x="0" y="14"/>
                    <a:pt x="2" y="9"/>
                    <a:pt x="7" y="5"/>
                  </a:cubicBezTo>
                  <a:cubicBezTo>
                    <a:pt x="11" y="2"/>
                    <a:pt x="15" y="0"/>
                    <a:pt x="21" y="0"/>
                  </a:cubicBezTo>
                  <a:close/>
                  <a:moveTo>
                    <a:pt x="20" y="2"/>
                  </a:moveTo>
                  <a:cubicBezTo>
                    <a:pt x="16" y="2"/>
                    <a:pt x="13" y="3"/>
                    <a:pt x="11" y="6"/>
                  </a:cubicBezTo>
                  <a:cubicBezTo>
                    <a:pt x="8" y="9"/>
                    <a:pt x="7" y="13"/>
                    <a:pt x="7" y="19"/>
                  </a:cubicBezTo>
                  <a:cubicBezTo>
                    <a:pt x="7" y="26"/>
                    <a:pt x="8" y="30"/>
                    <a:pt x="11" y="33"/>
                  </a:cubicBezTo>
                  <a:cubicBezTo>
                    <a:pt x="14" y="36"/>
                    <a:pt x="16" y="37"/>
                    <a:pt x="20" y="37"/>
                  </a:cubicBezTo>
                  <a:cubicBezTo>
                    <a:pt x="24" y="37"/>
                    <a:pt x="27" y="36"/>
                    <a:pt x="30" y="33"/>
                  </a:cubicBezTo>
                  <a:cubicBezTo>
                    <a:pt x="32" y="30"/>
                    <a:pt x="33" y="26"/>
                    <a:pt x="33" y="20"/>
                  </a:cubicBezTo>
                  <a:cubicBezTo>
                    <a:pt x="33" y="14"/>
                    <a:pt x="32" y="9"/>
                    <a:pt x="29" y="6"/>
                  </a:cubicBezTo>
                  <a:cubicBezTo>
                    <a:pt x="27" y="3"/>
                    <a:pt x="24" y="2"/>
                    <a:pt x="2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3" name="Freeform 46">
              <a:extLst>
                <a:ext uri="{FF2B5EF4-FFF2-40B4-BE49-F238E27FC236}">
                  <a16:creationId xmlns:a16="http://schemas.microsoft.com/office/drawing/2014/main" id="{08B153EC-D5AF-6645-8F20-B0BCD3C7C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326"/>
              <a:ext cx="68" cy="71"/>
            </a:xfrm>
            <a:custGeom>
              <a:avLst/>
              <a:gdLst>
                <a:gd name="T0" fmla="*/ 35 w 36"/>
                <a:gd name="T1" fmla="*/ 27 h 37"/>
                <a:gd name="T2" fmla="*/ 36 w 36"/>
                <a:gd name="T3" fmla="*/ 27 h 37"/>
                <a:gd name="T4" fmla="*/ 32 w 36"/>
                <a:gd name="T5" fmla="*/ 37 h 37"/>
                <a:gd name="T6" fmla="*/ 0 w 36"/>
                <a:gd name="T7" fmla="*/ 37 h 37"/>
                <a:gd name="T8" fmla="*/ 0 w 36"/>
                <a:gd name="T9" fmla="*/ 36 h 37"/>
                <a:gd name="T10" fmla="*/ 2 w 36"/>
                <a:gd name="T11" fmla="*/ 36 h 37"/>
                <a:gd name="T12" fmla="*/ 6 w 36"/>
                <a:gd name="T13" fmla="*/ 35 h 37"/>
                <a:gd name="T14" fmla="*/ 6 w 36"/>
                <a:gd name="T15" fmla="*/ 31 h 37"/>
                <a:gd name="T16" fmla="*/ 6 w 36"/>
                <a:gd name="T17" fmla="*/ 7 h 37"/>
                <a:gd name="T18" fmla="*/ 5 w 36"/>
                <a:gd name="T19" fmla="*/ 2 h 37"/>
                <a:gd name="T20" fmla="*/ 2 w 36"/>
                <a:gd name="T21" fmla="*/ 1 h 37"/>
                <a:gd name="T22" fmla="*/ 0 w 36"/>
                <a:gd name="T23" fmla="*/ 1 h 37"/>
                <a:gd name="T24" fmla="*/ 0 w 36"/>
                <a:gd name="T25" fmla="*/ 0 h 37"/>
                <a:gd name="T26" fmla="*/ 19 w 36"/>
                <a:gd name="T27" fmla="*/ 0 h 37"/>
                <a:gd name="T28" fmla="*/ 19 w 36"/>
                <a:gd name="T29" fmla="*/ 1 h 37"/>
                <a:gd name="T30" fmla="*/ 14 w 36"/>
                <a:gd name="T31" fmla="*/ 2 h 37"/>
                <a:gd name="T32" fmla="*/ 13 w 36"/>
                <a:gd name="T33" fmla="*/ 3 h 37"/>
                <a:gd name="T34" fmla="*/ 12 w 36"/>
                <a:gd name="T35" fmla="*/ 7 h 37"/>
                <a:gd name="T36" fmla="*/ 12 w 36"/>
                <a:gd name="T37" fmla="*/ 31 h 37"/>
                <a:gd name="T38" fmla="*/ 13 w 36"/>
                <a:gd name="T39" fmla="*/ 34 h 37"/>
                <a:gd name="T40" fmla="*/ 14 w 36"/>
                <a:gd name="T41" fmla="*/ 35 h 37"/>
                <a:gd name="T42" fmla="*/ 18 w 36"/>
                <a:gd name="T43" fmla="*/ 35 h 37"/>
                <a:gd name="T44" fmla="*/ 21 w 36"/>
                <a:gd name="T45" fmla="*/ 35 h 37"/>
                <a:gd name="T46" fmla="*/ 28 w 36"/>
                <a:gd name="T47" fmla="*/ 34 h 37"/>
                <a:gd name="T48" fmla="*/ 32 w 36"/>
                <a:gd name="T49" fmla="*/ 32 h 37"/>
                <a:gd name="T50" fmla="*/ 35 w 36"/>
                <a:gd name="T51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6" h="37">
                  <a:moveTo>
                    <a:pt x="35" y="27"/>
                  </a:moveTo>
                  <a:cubicBezTo>
                    <a:pt x="36" y="27"/>
                    <a:pt x="36" y="27"/>
                    <a:pt x="36" y="2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4" y="36"/>
                    <a:pt x="5" y="36"/>
                    <a:pt x="6" y="35"/>
                  </a:cubicBezTo>
                  <a:cubicBezTo>
                    <a:pt x="6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7" y="1"/>
                    <a:pt x="15" y="1"/>
                    <a:pt x="14" y="2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2" y="4"/>
                    <a:pt x="12" y="5"/>
                    <a:pt x="12" y="7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2"/>
                    <a:pt x="12" y="33"/>
                    <a:pt x="13" y="34"/>
                  </a:cubicBezTo>
                  <a:cubicBezTo>
                    <a:pt x="13" y="34"/>
                    <a:pt x="13" y="35"/>
                    <a:pt x="14" y="35"/>
                  </a:cubicBezTo>
                  <a:cubicBezTo>
                    <a:pt x="14" y="35"/>
                    <a:pt x="16" y="35"/>
                    <a:pt x="18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5" y="35"/>
                    <a:pt x="27" y="35"/>
                    <a:pt x="28" y="34"/>
                  </a:cubicBezTo>
                  <a:cubicBezTo>
                    <a:pt x="29" y="34"/>
                    <a:pt x="30" y="33"/>
                    <a:pt x="32" y="32"/>
                  </a:cubicBezTo>
                  <a:cubicBezTo>
                    <a:pt x="33" y="31"/>
                    <a:pt x="34" y="29"/>
                    <a:pt x="35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4" name="Freeform 47">
              <a:extLst>
                <a:ext uri="{FF2B5EF4-FFF2-40B4-BE49-F238E27FC236}">
                  <a16:creationId xmlns:a16="http://schemas.microsoft.com/office/drawing/2014/main" id="{72D2DA01-7177-AB44-BAD3-72473CF8A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326"/>
              <a:ext cx="67" cy="71"/>
            </a:xfrm>
            <a:custGeom>
              <a:avLst/>
              <a:gdLst>
                <a:gd name="T0" fmla="*/ 11 w 35"/>
                <a:gd name="T1" fmla="*/ 2 h 37"/>
                <a:gd name="T2" fmla="*/ 11 w 35"/>
                <a:gd name="T3" fmla="*/ 17 h 37"/>
                <a:gd name="T4" fmla="*/ 20 w 35"/>
                <a:gd name="T5" fmla="*/ 17 h 37"/>
                <a:gd name="T6" fmla="*/ 25 w 35"/>
                <a:gd name="T7" fmla="*/ 16 h 37"/>
                <a:gd name="T8" fmla="*/ 27 w 35"/>
                <a:gd name="T9" fmla="*/ 11 h 37"/>
                <a:gd name="T10" fmla="*/ 28 w 35"/>
                <a:gd name="T11" fmla="*/ 11 h 37"/>
                <a:gd name="T12" fmla="*/ 28 w 35"/>
                <a:gd name="T13" fmla="*/ 24 h 37"/>
                <a:gd name="T14" fmla="*/ 27 w 35"/>
                <a:gd name="T15" fmla="*/ 24 h 37"/>
                <a:gd name="T16" fmla="*/ 26 w 35"/>
                <a:gd name="T17" fmla="*/ 21 h 37"/>
                <a:gd name="T18" fmla="*/ 24 w 35"/>
                <a:gd name="T19" fmla="*/ 19 h 37"/>
                <a:gd name="T20" fmla="*/ 20 w 35"/>
                <a:gd name="T21" fmla="*/ 19 h 37"/>
                <a:gd name="T22" fmla="*/ 11 w 35"/>
                <a:gd name="T23" fmla="*/ 19 h 37"/>
                <a:gd name="T24" fmla="*/ 11 w 35"/>
                <a:gd name="T25" fmla="*/ 31 h 37"/>
                <a:gd name="T26" fmla="*/ 12 w 35"/>
                <a:gd name="T27" fmla="*/ 34 h 37"/>
                <a:gd name="T28" fmla="*/ 12 w 35"/>
                <a:gd name="T29" fmla="*/ 35 h 37"/>
                <a:gd name="T30" fmla="*/ 15 w 35"/>
                <a:gd name="T31" fmla="*/ 35 h 37"/>
                <a:gd name="T32" fmla="*/ 22 w 35"/>
                <a:gd name="T33" fmla="*/ 35 h 37"/>
                <a:gd name="T34" fmla="*/ 27 w 35"/>
                <a:gd name="T35" fmla="*/ 35 h 37"/>
                <a:gd name="T36" fmla="*/ 30 w 35"/>
                <a:gd name="T37" fmla="*/ 33 h 37"/>
                <a:gd name="T38" fmla="*/ 34 w 35"/>
                <a:gd name="T39" fmla="*/ 28 h 37"/>
                <a:gd name="T40" fmla="*/ 35 w 35"/>
                <a:gd name="T41" fmla="*/ 28 h 37"/>
                <a:gd name="T42" fmla="*/ 31 w 35"/>
                <a:gd name="T43" fmla="*/ 37 h 37"/>
                <a:gd name="T44" fmla="*/ 0 w 35"/>
                <a:gd name="T45" fmla="*/ 37 h 37"/>
                <a:gd name="T46" fmla="*/ 0 w 35"/>
                <a:gd name="T47" fmla="*/ 36 h 37"/>
                <a:gd name="T48" fmla="*/ 1 w 35"/>
                <a:gd name="T49" fmla="*/ 36 h 37"/>
                <a:gd name="T50" fmla="*/ 4 w 35"/>
                <a:gd name="T51" fmla="*/ 36 h 37"/>
                <a:gd name="T52" fmla="*/ 5 w 35"/>
                <a:gd name="T53" fmla="*/ 34 h 37"/>
                <a:gd name="T54" fmla="*/ 6 w 35"/>
                <a:gd name="T55" fmla="*/ 31 h 37"/>
                <a:gd name="T56" fmla="*/ 6 w 35"/>
                <a:gd name="T57" fmla="*/ 7 h 37"/>
                <a:gd name="T58" fmla="*/ 5 w 35"/>
                <a:gd name="T59" fmla="*/ 2 h 37"/>
                <a:gd name="T60" fmla="*/ 1 w 35"/>
                <a:gd name="T61" fmla="*/ 1 h 37"/>
                <a:gd name="T62" fmla="*/ 0 w 35"/>
                <a:gd name="T63" fmla="*/ 1 h 37"/>
                <a:gd name="T64" fmla="*/ 0 w 35"/>
                <a:gd name="T65" fmla="*/ 0 h 37"/>
                <a:gd name="T66" fmla="*/ 31 w 35"/>
                <a:gd name="T67" fmla="*/ 0 h 37"/>
                <a:gd name="T68" fmla="*/ 32 w 35"/>
                <a:gd name="T69" fmla="*/ 8 h 37"/>
                <a:gd name="T70" fmla="*/ 31 w 35"/>
                <a:gd name="T71" fmla="*/ 8 h 37"/>
                <a:gd name="T72" fmla="*/ 29 w 35"/>
                <a:gd name="T73" fmla="*/ 4 h 37"/>
                <a:gd name="T74" fmla="*/ 27 w 35"/>
                <a:gd name="T75" fmla="*/ 3 h 37"/>
                <a:gd name="T76" fmla="*/ 23 w 35"/>
                <a:gd name="T77" fmla="*/ 2 h 37"/>
                <a:gd name="T78" fmla="*/ 11 w 35"/>
                <a:gd name="T7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5" h="37">
                  <a:moveTo>
                    <a:pt x="11" y="2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3" y="17"/>
                    <a:pt x="24" y="16"/>
                    <a:pt x="25" y="16"/>
                  </a:cubicBezTo>
                  <a:cubicBezTo>
                    <a:pt x="26" y="15"/>
                    <a:pt x="27" y="14"/>
                    <a:pt x="27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6" y="23"/>
                    <a:pt x="26" y="21"/>
                    <a:pt x="26" y="21"/>
                  </a:cubicBezTo>
                  <a:cubicBezTo>
                    <a:pt x="26" y="20"/>
                    <a:pt x="25" y="20"/>
                    <a:pt x="24" y="19"/>
                  </a:cubicBezTo>
                  <a:cubicBezTo>
                    <a:pt x="23" y="19"/>
                    <a:pt x="22" y="19"/>
                    <a:pt x="20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3"/>
                    <a:pt x="11" y="34"/>
                    <a:pt x="12" y="34"/>
                  </a:cubicBezTo>
                  <a:cubicBezTo>
                    <a:pt x="12" y="34"/>
                    <a:pt x="12" y="35"/>
                    <a:pt x="12" y="35"/>
                  </a:cubicBezTo>
                  <a:cubicBezTo>
                    <a:pt x="13" y="35"/>
                    <a:pt x="14" y="35"/>
                    <a:pt x="15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6" y="35"/>
                    <a:pt x="27" y="35"/>
                  </a:cubicBezTo>
                  <a:cubicBezTo>
                    <a:pt x="28" y="35"/>
                    <a:pt x="29" y="34"/>
                    <a:pt x="30" y="33"/>
                  </a:cubicBezTo>
                  <a:cubicBezTo>
                    <a:pt x="31" y="32"/>
                    <a:pt x="32" y="30"/>
                    <a:pt x="34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2" y="36"/>
                    <a:pt x="3" y="36"/>
                    <a:pt x="4" y="36"/>
                  </a:cubicBezTo>
                  <a:cubicBezTo>
                    <a:pt x="4" y="35"/>
                    <a:pt x="5" y="35"/>
                    <a:pt x="5" y="34"/>
                  </a:cubicBezTo>
                  <a:cubicBezTo>
                    <a:pt x="5" y="34"/>
                    <a:pt x="6" y="33"/>
                    <a:pt x="6" y="3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5" y="3"/>
                    <a:pt x="5" y="2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0" y="6"/>
                    <a:pt x="30" y="5"/>
                    <a:pt x="29" y="4"/>
                  </a:cubicBezTo>
                  <a:cubicBezTo>
                    <a:pt x="29" y="3"/>
                    <a:pt x="28" y="3"/>
                    <a:pt x="27" y="3"/>
                  </a:cubicBezTo>
                  <a:cubicBezTo>
                    <a:pt x="26" y="2"/>
                    <a:pt x="25" y="2"/>
                    <a:pt x="23" y="2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5" name="Freeform 48">
              <a:extLst>
                <a:ext uri="{FF2B5EF4-FFF2-40B4-BE49-F238E27FC236}">
                  <a16:creationId xmlns:a16="http://schemas.microsoft.com/office/drawing/2014/main" id="{67565EDB-9AAF-FC4E-9411-3829AAACA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2326"/>
              <a:ext cx="84" cy="73"/>
            </a:xfrm>
            <a:custGeom>
              <a:avLst/>
              <a:gdLst>
                <a:gd name="T0" fmla="*/ 29 w 44"/>
                <a:gd name="T1" fmla="*/ 1 h 38"/>
                <a:gd name="T2" fmla="*/ 29 w 44"/>
                <a:gd name="T3" fmla="*/ 0 h 38"/>
                <a:gd name="T4" fmla="*/ 44 w 44"/>
                <a:gd name="T5" fmla="*/ 0 h 38"/>
                <a:gd name="T6" fmla="*/ 44 w 44"/>
                <a:gd name="T7" fmla="*/ 1 h 38"/>
                <a:gd name="T8" fmla="*/ 42 w 44"/>
                <a:gd name="T9" fmla="*/ 1 h 38"/>
                <a:gd name="T10" fmla="*/ 39 w 44"/>
                <a:gd name="T11" fmla="*/ 3 h 38"/>
                <a:gd name="T12" fmla="*/ 38 w 44"/>
                <a:gd name="T13" fmla="*/ 7 h 38"/>
                <a:gd name="T14" fmla="*/ 38 w 44"/>
                <a:gd name="T15" fmla="*/ 22 h 38"/>
                <a:gd name="T16" fmla="*/ 37 w 44"/>
                <a:gd name="T17" fmla="*/ 31 h 38"/>
                <a:gd name="T18" fmla="*/ 32 w 44"/>
                <a:gd name="T19" fmla="*/ 36 h 38"/>
                <a:gd name="T20" fmla="*/ 22 w 44"/>
                <a:gd name="T21" fmla="*/ 38 h 38"/>
                <a:gd name="T22" fmla="*/ 12 w 44"/>
                <a:gd name="T23" fmla="*/ 36 h 38"/>
                <a:gd name="T24" fmla="*/ 7 w 44"/>
                <a:gd name="T25" fmla="*/ 30 h 38"/>
                <a:gd name="T26" fmla="*/ 6 w 44"/>
                <a:gd name="T27" fmla="*/ 21 h 38"/>
                <a:gd name="T28" fmla="*/ 6 w 44"/>
                <a:gd name="T29" fmla="*/ 7 h 38"/>
                <a:gd name="T30" fmla="*/ 5 w 44"/>
                <a:gd name="T31" fmla="*/ 2 h 38"/>
                <a:gd name="T32" fmla="*/ 1 w 44"/>
                <a:gd name="T33" fmla="*/ 1 h 38"/>
                <a:gd name="T34" fmla="*/ 0 w 44"/>
                <a:gd name="T35" fmla="*/ 1 h 38"/>
                <a:gd name="T36" fmla="*/ 0 w 44"/>
                <a:gd name="T37" fmla="*/ 0 h 38"/>
                <a:gd name="T38" fmla="*/ 18 w 44"/>
                <a:gd name="T39" fmla="*/ 0 h 38"/>
                <a:gd name="T40" fmla="*/ 18 w 44"/>
                <a:gd name="T41" fmla="*/ 1 h 38"/>
                <a:gd name="T42" fmla="*/ 16 w 44"/>
                <a:gd name="T43" fmla="*/ 1 h 38"/>
                <a:gd name="T44" fmla="*/ 12 w 44"/>
                <a:gd name="T45" fmla="*/ 3 h 38"/>
                <a:gd name="T46" fmla="*/ 12 w 44"/>
                <a:gd name="T47" fmla="*/ 7 h 38"/>
                <a:gd name="T48" fmla="*/ 12 w 44"/>
                <a:gd name="T49" fmla="*/ 23 h 38"/>
                <a:gd name="T50" fmla="*/ 12 w 44"/>
                <a:gd name="T51" fmla="*/ 28 h 38"/>
                <a:gd name="T52" fmla="*/ 14 w 44"/>
                <a:gd name="T53" fmla="*/ 32 h 38"/>
                <a:gd name="T54" fmla="*/ 17 w 44"/>
                <a:gd name="T55" fmla="*/ 35 h 38"/>
                <a:gd name="T56" fmla="*/ 22 w 44"/>
                <a:gd name="T57" fmla="*/ 36 h 38"/>
                <a:gd name="T58" fmla="*/ 30 w 44"/>
                <a:gd name="T59" fmla="*/ 34 h 38"/>
                <a:gd name="T60" fmla="*/ 34 w 44"/>
                <a:gd name="T61" fmla="*/ 30 h 38"/>
                <a:gd name="T62" fmla="*/ 35 w 44"/>
                <a:gd name="T63" fmla="*/ 22 h 38"/>
                <a:gd name="T64" fmla="*/ 35 w 44"/>
                <a:gd name="T65" fmla="*/ 7 h 38"/>
                <a:gd name="T66" fmla="*/ 34 w 44"/>
                <a:gd name="T67" fmla="*/ 2 h 38"/>
                <a:gd name="T68" fmla="*/ 31 w 44"/>
                <a:gd name="T69" fmla="*/ 1 h 38"/>
                <a:gd name="T70" fmla="*/ 29 w 44"/>
                <a:gd name="T7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8">
                  <a:moveTo>
                    <a:pt x="29" y="1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1" y="1"/>
                    <a:pt x="39" y="2"/>
                    <a:pt x="39" y="3"/>
                  </a:cubicBezTo>
                  <a:cubicBezTo>
                    <a:pt x="38" y="3"/>
                    <a:pt x="38" y="5"/>
                    <a:pt x="38" y="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6"/>
                    <a:pt x="38" y="29"/>
                    <a:pt x="37" y="31"/>
                  </a:cubicBezTo>
                  <a:cubicBezTo>
                    <a:pt x="36" y="33"/>
                    <a:pt x="34" y="34"/>
                    <a:pt x="32" y="36"/>
                  </a:cubicBezTo>
                  <a:cubicBezTo>
                    <a:pt x="29" y="37"/>
                    <a:pt x="26" y="38"/>
                    <a:pt x="22" y="38"/>
                  </a:cubicBezTo>
                  <a:cubicBezTo>
                    <a:pt x="18" y="38"/>
                    <a:pt x="14" y="37"/>
                    <a:pt x="12" y="36"/>
                  </a:cubicBezTo>
                  <a:cubicBezTo>
                    <a:pt x="10" y="35"/>
                    <a:pt x="8" y="33"/>
                    <a:pt x="7" y="30"/>
                  </a:cubicBezTo>
                  <a:cubicBezTo>
                    <a:pt x="6" y="29"/>
                    <a:pt x="6" y="26"/>
                    <a:pt x="6" y="2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4" y="1"/>
                    <a:pt x="13" y="2"/>
                    <a:pt x="12" y="3"/>
                  </a:cubicBezTo>
                  <a:cubicBezTo>
                    <a:pt x="12" y="3"/>
                    <a:pt x="12" y="5"/>
                    <a:pt x="12" y="7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4"/>
                    <a:pt x="12" y="26"/>
                    <a:pt x="12" y="28"/>
                  </a:cubicBezTo>
                  <a:cubicBezTo>
                    <a:pt x="12" y="30"/>
                    <a:pt x="13" y="31"/>
                    <a:pt x="14" y="32"/>
                  </a:cubicBezTo>
                  <a:cubicBezTo>
                    <a:pt x="15" y="33"/>
                    <a:pt x="16" y="34"/>
                    <a:pt x="17" y="35"/>
                  </a:cubicBezTo>
                  <a:cubicBezTo>
                    <a:pt x="19" y="35"/>
                    <a:pt x="20" y="36"/>
                    <a:pt x="22" y="36"/>
                  </a:cubicBezTo>
                  <a:cubicBezTo>
                    <a:pt x="25" y="36"/>
                    <a:pt x="28" y="35"/>
                    <a:pt x="30" y="34"/>
                  </a:cubicBezTo>
                  <a:cubicBezTo>
                    <a:pt x="32" y="33"/>
                    <a:pt x="33" y="32"/>
                    <a:pt x="34" y="30"/>
                  </a:cubicBezTo>
                  <a:cubicBezTo>
                    <a:pt x="35" y="28"/>
                    <a:pt x="35" y="26"/>
                    <a:pt x="35" y="22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4"/>
                    <a:pt x="35" y="3"/>
                    <a:pt x="34" y="2"/>
                  </a:cubicBezTo>
                  <a:cubicBezTo>
                    <a:pt x="34" y="1"/>
                    <a:pt x="32" y="1"/>
                    <a:pt x="31" y="1"/>
                  </a:cubicBezTo>
                  <a:lnTo>
                    <a:pt x="29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  <p:sp>
          <p:nvSpPr>
            <p:cNvPr id="76" name="Freeform 49">
              <a:extLst>
                <a:ext uri="{FF2B5EF4-FFF2-40B4-BE49-F238E27FC236}">
                  <a16:creationId xmlns:a16="http://schemas.microsoft.com/office/drawing/2014/main" id="{2BC882F5-F000-B046-B6F9-51FDC2CE8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2326"/>
              <a:ext cx="101" cy="71"/>
            </a:xfrm>
            <a:custGeom>
              <a:avLst/>
              <a:gdLst>
                <a:gd name="T0" fmla="*/ 24 w 53"/>
                <a:gd name="T1" fmla="*/ 37 h 37"/>
                <a:gd name="T2" fmla="*/ 8 w 53"/>
                <a:gd name="T3" fmla="*/ 6 h 37"/>
                <a:gd name="T4" fmla="*/ 8 w 53"/>
                <a:gd name="T5" fmla="*/ 31 h 37"/>
                <a:gd name="T6" fmla="*/ 9 w 53"/>
                <a:gd name="T7" fmla="*/ 35 h 37"/>
                <a:gd name="T8" fmla="*/ 13 w 53"/>
                <a:gd name="T9" fmla="*/ 36 h 37"/>
                <a:gd name="T10" fmla="*/ 14 w 53"/>
                <a:gd name="T11" fmla="*/ 36 h 37"/>
                <a:gd name="T12" fmla="*/ 14 w 53"/>
                <a:gd name="T13" fmla="*/ 37 h 37"/>
                <a:gd name="T14" fmla="*/ 0 w 53"/>
                <a:gd name="T15" fmla="*/ 37 h 37"/>
                <a:gd name="T16" fmla="*/ 0 w 53"/>
                <a:gd name="T17" fmla="*/ 36 h 37"/>
                <a:gd name="T18" fmla="*/ 1 w 53"/>
                <a:gd name="T19" fmla="*/ 36 h 37"/>
                <a:gd name="T20" fmla="*/ 5 w 53"/>
                <a:gd name="T21" fmla="*/ 35 h 37"/>
                <a:gd name="T22" fmla="*/ 6 w 53"/>
                <a:gd name="T23" fmla="*/ 31 h 37"/>
                <a:gd name="T24" fmla="*/ 6 w 53"/>
                <a:gd name="T25" fmla="*/ 6 h 37"/>
                <a:gd name="T26" fmla="*/ 5 w 53"/>
                <a:gd name="T27" fmla="*/ 3 h 37"/>
                <a:gd name="T28" fmla="*/ 3 w 53"/>
                <a:gd name="T29" fmla="*/ 2 h 37"/>
                <a:gd name="T30" fmla="*/ 0 w 53"/>
                <a:gd name="T31" fmla="*/ 1 h 37"/>
                <a:gd name="T32" fmla="*/ 0 w 53"/>
                <a:gd name="T33" fmla="*/ 0 h 37"/>
                <a:gd name="T34" fmla="*/ 12 w 53"/>
                <a:gd name="T35" fmla="*/ 0 h 37"/>
                <a:gd name="T36" fmla="*/ 26 w 53"/>
                <a:gd name="T37" fmla="*/ 29 h 37"/>
                <a:gd name="T38" fmla="*/ 41 w 53"/>
                <a:gd name="T39" fmla="*/ 0 h 37"/>
                <a:gd name="T40" fmla="*/ 53 w 53"/>
                <a:gd name="T41" fmla="*/ 0 h 37"/>
                <a:gd name="T42" fmla="*/ 53 w 53"/>
                <a:gd name="T43" fmla="*/ 1 h 37"/>
                <a:gd name="T44" fmla="*/ 51 w 53"/>
                <a:gd name="T45" fmla="*/ 1 h 37"/>
                <a:gd name="T46" fmla="*/ 48 w 53"/>
                <a:gd name="T47" fmla="*/ 2 h 37"/>
                <a:gd name="T48" fmla="*/ 47 w 53"/>
                <a:gd name="T49" fmla="*/ 6 h 37"/>
                <a:gd name="T50" fmla="*/ 47 w 53"/>
                <a:gd name="T51" fmla="*/ 31 h 37"/>
                <a:gd name="T52" fmla="*/ 48 w 53"/>
                <a:gd name="T53" fmla="*/ 35 h 37"/>
                <a:gd name="T54" fmla="*/ 51 w 53"/>
                <a:gd name="T55" fmla="*/ 36 h 37"/>
                <a:gd name="T56" fmla="*/ 53 w 53"/>
                <a:gd name="T57" fmla="*/ 36 h 37"/>
                <a:gd name="T58" fmla="*/ 53 w 53"/>
                <a:gd name="T59" fmla="*/ 37 h 37"/>
                <a:gd name="T60" fmla="*/ 35 w 53"/>
                <a:gd name="T61" fmla="*/ 37 h 37"/>
                <a:gd name="T62" fmla="*/ 35 w 53"/>
                <a:gd name="T63" fmla="*/ 36 h 37"/>
                <a:gd name="T64" fmla="*/ 37 w 53"/>
                <a:gd name="T65" fmla="*/ 36 h 37"/>
                <a:gd name="T66" fmla="*/ 40 w 53"/>
                <a:gd name="T67" fmla="*/ 35 h 37"/>
                <a:gd name="T68" fmla="*/ 41 w 53"/>
                <a:gd name="T69" fmla="*/ 31 h 37"/>
                <a:gd name="T70" fmla="*/ 41 w 53"/>
                <a:gd name="T71" fmla="*/ 6 h 37"/>
                <a:gd name="T72" fmla="*/ 25 w 53"/>
                <a:gd name="T73" fmla="*/ 37 h 37"/>
                <a:gd name="T74" fmla="*/ 24 w 53"/>
                <a:gd name="T7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3" h="37">
                  <a:moveTo>
                    <a:pt x="24" y="37"/>
                  </a:moveTo>
                  <a:cubicBezTo>
                    <a:pt x="8" y="6"/>
                    <a:pt x="8" y="6"/>
                    <a:pt x="8" y="6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3"/>
                    <a:pt x="9" y="35"/>
                    <a:pt x="9" y="35"/>
                  </a:cubicBezTo>
                  <a:cubicBezTo>
                    <a:pt x="10" y="36"/>
                    <a:pt x="11" y="36"/>
                    <a:pt x="13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3" y="36"/>
                    <a:pt x="4" y="36"/>
                    <a:pt x="5" y="35"/>
                  </a:cubicBezTo>
                  <a:cubicBezTo>
                    <a:pt x="5" y="34"/>
                    <a:pt x="6" y="33"/>
                    <a:pt x="6" y="3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5" y="4"/>
                    <a:pt x="5" y="3"/>
                  </a:cubicBezTo>
                  <a:cubicBezTo>
                    <a:pt x="5" y="2"/>
                    <a:pt x="4" y="2"/>
                    <a:pt x="3" y="2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50" y="1"/>
                    <a:pt x="48" y="2"/>
                    <a:pt x="48" y="2"/>
                  </a:cubicBezTo>
                  <a:cubicBezTo>
                    <a:pt x="47" y="3"/>
                    <a:pt x="47" y="4"/>
                    <a:pt x="47" y="6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3"/>
                    <a:pt x="47" y="35"/>
                    <a:pt x="48" y="35"/>
                  </a:cubicBezTo>
                  <a:cubicBezTo>
                    <a:pt x="49" y="36"/>
                    <a:pt x="50" y="36"/>
                    <a:pt x="51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40" y="36"/>
                    <a:pt x="40" y="35"/>
                  </a:cubicBezTo>
                  <a:cubicBezTo>
                    <a:pt x="41" y="34"/>
                    <a:pt x="41" y="33"/>
                    <a:pt x="41" y="31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25" y="37"/>
                    <a:pt x="25" y="37"/>
                    <a:pt x="25" y="37"/>
                  </a:cubicBezTo>
                  <a:lnTo>
                    <a:pt x="24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800" b="0" i="0" dirty="0">
                <a:solidFill>
                  <a:srgbClr val="FF0000"/>
                </a:solidFill>
                <a:latin typeface="Microsoft YaHei Regular"/>
              </a:endParaRPr>
            </a:p>
          </p:txBody>
        </p:sp>
      </p:grp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AF360BDE-000F-B24D-A945-9DD78D7671B3}"/>
              </a:ext>
            </a:extLst>
          </p:cNvPr>
          <p:cNvSpPr/>
          <p:nvPr userDrawn="1"/>
        </p:nvSpPr>
        <p:spPr>
          <a:xfrm>
            <a:off x="5676708" y="4691128"/>
            <a:ext cx="1769103" cy="4971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1" dirty="0">
                <a:solidFill>
                  <a:srgbClr val="09234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汇报人 </a:t>
            </a:r>
            <a:r>
              <a:rPr kumimoji="1" lang="en-US" altLang="zh-CN" sz="1351" dirty="0">
                <a:solidFill>
                  <a:srgbClr val="09234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/</a:t>
            </a:r>
            <a:r>
              <a:rPr kumimoji="1" lang="zh-CN" altLang="en-US" sz="1351" dirty="0">
                <a:solidFill>
                  <a:srgbClr val="09234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 朱超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22C2DBB6-A753-554D-A56F-C3793CF3A9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625192" y="0"/>
            <a:ext cx="7160331" cy="6858000"/>
          </a:xfrm>
          <a:custGeom>
            <a:avLst/>
            <a:gdLst>
              <a:gd name="connsiteX0" fmla="*/ 1623808 w 7160331"/>
              <a:gd name="connsiteY0" fmla="*/ 0 h 6858000"/>
              <a:gd name="connsiteX1" fmla="*/ 7160331 w 7160331"/>
              <a:gd name="connsiteY1" fmla="*/ 0 h 6858000"/>
              <a:gd name="connsiteX2" fmla="*/ 5445831 w 7160331"/>
              <a:gd name="connsiteY2" fmla="*/ 6858000 h 6858000"/>
              <a:gd name="connsiteX3" fmla="*/ 0 w 7160331"/>
              <a:gd name="connsiteY3" fmla="*/ 6858000 h 6858000"/>
              <a:gd name="connsiteX4" fmla="*/ 0 w 7160331"/>
              <a:gd name="connsiteY4" fmla="*/ 64952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60331" h="6858000">
                <a:moveTo>
                  <a:pt x="1623808" y="0"/>
                </a:moveTo>
                <a:lnTo>
                  <a:pt x="7160331" y="0"/>
                </a:lnTo>
                <a:lnTo>
                  <a:pt x="5445831" y="6858000"/>
                </a:lnTo>
                <a:lnTo>
                  <a:pt x="0" y="6858000"/>
                </a:lnTo>
                <a:lnTo>
                  <a:pt x="0" y="6495232"/>
                </a:lnTo>
                <a:close/>
              </a:path>
            </a:pathLst>
          </a:custGeom>
        </p:spPr>
      </p:pic>
      <p:sp>
        <p:nvSpPr>
          <p:cNvPr id="81" name="标题 80">
            <a:extLst>
              <a:ext uri="{FF2B5EF4-FFF2-40B4-BE49-F238E27FC236}">
                <a16:creationId xmlns:a16="http://schemas.microsoft.com/office/drawing/2014/main" id="{F9F298B9-78DE-284F-A3A0-8ABF2F49E4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5699" y="2423020"/>
            <a:ext cx="6556319" cy="2031095"/>
          </a:xfrm>
        </p:spPr>
        <p:txBody>
          <a:bodyPr/>
          <a:lstStyle>
            <a:lvl1pPr>
              <a:lnSpc>
                <a:spcPct val="120000"/>
              </a:lnSpc>
              <a:defRPr b="1" i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defRPr>
            </a:lvl1pPr>
          </a:lstStyle>
          <a:p>
            <a:r>
              <a:rPr kumimoji="1" lang="zh-CN" altLang="en-US" dirty="0"/>
              <a:t>中国石油大学（华东）</a:t>
            </a:r>
            <a:br>
              <a:rPr kumimoji="1" lang="en-US" altLang="zh-CN" dirty="0"/>
            </a:br>
            <a:r>
              <a:rPr kumimoji="1" lang="zh-CN" altLang="en-US" dirty="0"/>
              <a:t>质感底蕴模板</a:t>
            </a:r>
          </a:p>
        </p:txBody>
      </p:sp>
    </p:spTree>
    <p:extLst>
      <p:ext uri="{BB962C8B-B14F-4D97-AF65-F5344CB8AC3E}">
        <p14:creationId xmlns:p14="http://schemas.microsoft.com/office/powerpoint/2010/main" val="341620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72BAD-7BFC-044E-9A04-77403409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AF2CAF-AA0A-B646-A33C-3EE02A3D7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C17BC-DB06-8642-92B8-ADDFF126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0F884-C7FC-EA4D-B5AB-7DECB8AF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822A3D-0CFF-E34A-B8B8-93BC583D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63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7B532-7FBB-EA44-A896-DA144352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FF1ED0-B8B3-8C4D-B8CE-4C35949F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EAB00-5EF9-CC41-851A-5C549126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814F0A-7132-6249-8D82-E0960933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6E8E0-A93D-EE4D-9F6E-C8E89407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66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90F9D-3481-8440-9DFF-927508E4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F9166-2CB2-0547-9356-74E76E617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1228BC-4906-7E4D-AD54-5ADBDA041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6C0B7F-3FEC-A648-89D1-812B0C19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361A4F-4C3C-FA45-B588-45758E67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DF2DB-9878-534A-8D2B-4826BDC7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058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03B3A-BBD6-F74C-8A21-FCF798D9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83F833-8F1A-6041-95D9-860C475B2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5CE59E-CB0F-2044-964B-FAF1BDC0A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5594D9-71A8-B444-B2BC-690C43044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A907B2-F124-8748-A1CA-F0F88990D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131EF4-2CC9-914F-94DE-6088BD91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DD68D4-F921-B644-B21E-6743F7F3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0F7842-BEF3-FA48-9E0E-9F477F05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395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41EB9-237C-8C4A-91DA-75D9B11D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5D81E2-7976-1F44-AFD9-019CA8BB0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9C2C12-EE68-5448-B462-4A5E3C5C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B3D01E-79C1-4E47-B370-524BA55E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61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410BDB-AF6A-904F-ADE5-F85D77DF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5CCC8F-B61A-0540-A913-792091E8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D5F96-28BF-A44E-A647-C4565D77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55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BCFB8-DE92-F34E-B213-4BA39AA3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D6D34-D525-AB48-9F2D-7667F8BB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1CE16B-F183-9241-8819-99CC224AA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6F4063-D1BD-8F45-B7CC-6BC253D4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8DB9CC-B42F-A24E-B94A-0E31FB82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8EDC52-0101-5446-8245-4D1E2AE4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87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D9578-5869-874E-9C09-9F131283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48384F-C73A-5B4C-9523-FCE8967F3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F14D96-E6ED-F944-8B65-8C687A58F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D2BB3-3BF8-3F42-B8A6-D629934F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6071BB-5498-2340-B0C3-A00F14CF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6A4EB-F703-1848-85DD-C8D1FB92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84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79B76-8577-1B44-A32C-19DCEBED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60DE42-19D4-5C48-B8B7-12DF11D2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9316B-F502-EE44-911F-3C2F780E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58311-20B2-C14A-9F1D-6333EB97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D4CC7-A369-2040-A6CC-6680ED2F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33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22B77-FAA5-BF44-873E-41F11EB0C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AD806-1868-6247-9670-F5C4C7FB9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E289D5-3DF6-2F4A-B623-7285F84B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D24E8-3E06-B74A-BA12-E93FDB19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80D2-1061-F24B-942D-76632411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7989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609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81885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8360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0AB193-6E9B-DF4C-830F-935926DD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6297CE-75C8-B042-9837-9E95729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F1183A-F082-F64C-9BD3-F7BD2E9D7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37D891FA-EBCE-9D45-B3E7-F55B1E6469A1}" type="datetimeFigureOut">
              <a:rPr kumimoji="1" lang="zh-CN" altLang="en-US" smtClean="0"/>
              <a:pPr/>
              <a:t>2023/12/15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4472D-1AD2-5049-9B25-6256CEAE8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DF16F-14CD-334C-938F-2C1252E72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426546DC-DD2D-A940-A706-F6627B10989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87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icrosoft YaHei Regular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2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65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数据来源（一）：卫星重力与全球水深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分辨率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覆盖范围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SSV33.1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卫星重力异常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1弧分(~1.85km)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全球海洋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80°S-80°N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SIO, UC San 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低分辨率重力观测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GEBCO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海底地形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15弧秒(~450m)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全球海洋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含冰下基岩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GEBCO Seabed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水深先验/验证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垂直重力梯度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1弧分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全球海洋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SSV33.1 curv文件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辅助水深反演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666666"/>
                </a:solidFill>
                <a:latin typeface="微软雅黑"/>
              </a:defRPr>
            </a:pPr>
            <a:r>
              <a:t>SSV33.1：多代卫星测高任务反演，文件约599MB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666666"/>
                </a:solidFill>
                <a:latin typeface="微软雅黑"/>
              </a:defRPr>
            </a:pPr>
            <a:r>
              <a:t>GEBCO 2026：整合全球船载多波束测深，文件约7.1GB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666666"/>
                </a:solidFill>
                <a:latin typeface="微软雅黑"/>
              </a:defRPr>
            </a:pPr>
            <a:r>
              <a:t>VGG：垂直重力梯度，对浅层高频地形特征更敏感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数据来源（二）：船载重力与水深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航次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区域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3C7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MGL1305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Rainbow热液区(北大西洋)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自由空气重力、布格重力、水深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MGDS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高精度约束+控制点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MGL1309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Reykjanes洋中脊(北大西洋)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自由空气重力、水深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MGDS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高精度约束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EPR航次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东太平洋海隆 12°-22°S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自由空气重力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Cormier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洋中脊约束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Gregg2007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全球多点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自由空气重力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Gregg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广泛空间覆盖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Subduction_Bassett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全球18个俯冲带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残余重力异常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Bassett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俯冲带约束(约1亿点)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666666"/>
                </a:solidFill>
                <a:latin typeface="微软雅黑"/>
              </a:defRPr>
            </a:pPr>
            <a:r>
              <a:t>质量控制：排除超出[-5000, 5000] mGal范围的异常值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项目整体流程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7293"/>
                </a:solidFill>
                <a:latin typeface="微软雅黑"/>
              </a:defRPr>
            </a:pPr>
            <a:r>
              <a:t>从数据准备到结果输出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① 数据准备：下载并加载SSV33.1卫星重力、GEBCO水深、船载重力数据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② 区域裁剪：根据研究区域（如日本海沟）提取子集数据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③ 数据预处理：船载数据格网化、异常值剔除、坐标系统一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④ 重力场重建：卡尔曼滤波融合卫星重力(1')与船载重力(15")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⑤ 水深反演：基于重建重力场，结合GEBCO先验反演海底地形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⑥ 结果验证：与GEBCO真值对比，评估反演精度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目前状态：已完成合成数据小区域验证，证明方法可行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重力场重建：卡尔曼滤波流程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7293"/>
                </a:solidFill>
                <a:latin typeface="微软雅黑"/>
              </a:defRPr>
            </a:pPr>
            <a:r>
              <a:t>状态空间模型与迭代更新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C71"/>
                </a:solidFill>
                <a:latin typeface="微软雅黑"/>
              </a:defRPr>
            </a:pPr>
            <a:r>
              <a:t>状态空间模型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状态向量 x：高分辨率重力场格网（15弧秒 × 15弧秒），维度 = 行数 × 列数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状态方程：x(k) = F·x(k-1) + w(k)，其中F为空间高斯平滑算子，w为过程噪声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观测方程：z = H·x + v，H为观测算子，v为观测噪声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C71"/>
                </a:solidFill>
                <a:latin typeface="微软雅黑"/>
              </a:defRPr>
            </a:pPr>
            <a:r>
              <a:t>使用数据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卫星重力（SSV33.1）：1弧分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船载重力（多个航次）：15弧秒稀疏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C71"/>
                </a:solidFill>
                <a:latin typeface="微软雅黑"/>
              </a:defRPr>
            </a:pPr>
            <a:r>
              <a:t>观测算子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74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H_sat：均值下采样（1'→15"块均值）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H_ship：点观测矩阵（稀疏选取）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C71"/>
                </a:solidFill>
                <a:latin typeface="微软雅黑"/>
              </a:defRPr>
            </a:pPr>
            <a:r>
              <a:t>迭代流程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① 预测：空间高斯平滑，协方差膨胀   ② 卫星更新：块均值卡尔曼更新   ③ 船载更新：逐点更新+空间传播   ④ 重复①-③直至收敛   ⑤ RTS平滑：后向优化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结果：重力场重建对比</a:t>
            </a:r>
          </a:p>
        </p:txBody>
      </p:sp>
      <p:pic>
        <p:nvPicPr>
          <p:cNvPr id="3" name="Picture 2" descr="1926e8f7-d0ab-4958-8e1d-42c7a8afffb0_a36ac3f0-2252-41e9-ab0a-894f0792ec13_01_重力场重建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从左至右：低分辨率卫星输入 → 双线性插值 → 卡尔曼滤波重建 → 船载真值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分析：双线性插值仅能恢复低频趋势，高频细节完全丢失；卡尔曼滤波重建结果在形态和幅值上与船载真值高度一致，成功恢复了海沟、洋中脊等构造特征的重力异常细节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结果：海底地形反演对比</a:t>
            </a:r>
          </a:p>
        </p:txBody>
      </p:sp>
      <p:pic>
        <p:nvPicPr>
          <p:cNvPr id="3" name="Picture 2" descr="233c085b-b8d9-4378-827a-b590a47b8c64_7cc26319-c526-4ff9-bc83-27ca0c38c343_02_水深反演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从左至右：先验水深 → 卡尔曼滤波反演 → Parker传统反演 → GEBCO真值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分析：卡尔曼滤波反演结果在整体形态上与GEBCO真值吻合良好，海沟、海山等地形特征清晰可辨；传统Parker方法因缺乏物理约束，反演结果存在明显的长波长虚假信号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结果：水深残差对比</a:t>
            </a:r>
          </a:p>
        </p:txBody>
      </p:sp>
      <p:pic>
        <p:nvPicPr>
          <p:cNvPr id="3" name="Picture 2" descr="ee83549e-9024-4f29-b7ba-940f5557889d_ad860400-5b21-4a38-8e12-5f1369715686_03_水深残差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左：卡尔曼滤波残差   右：Parker传统方法残差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分析：卡尔曼滤波残差分布均匀、幅值小（约±200m），无明显系统性偏差；Parker传统方法残差幅值大（约±1000m），存在明显的长波长趋势，说明挠曲均衡约束有效抑制了虚假信号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结果：散点验证</a:t>
            </a:r>
          </a:p>
        </p:txBody>
      </p:sp>
      <p:pic>
        <p:nvPicPr>
          <p:cNvPr id="3" name="Picture 2" descr="60f2a160-aa50-4b87-8306-abb7939a8cda_70ccf4e0-6724-454a-b781-b3df5eded376_04_散点验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预测值 vs 真值散点图 — 点越接近对角线(y=x)表示精度越高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分析：散点高度集中在对角线附近，R²接近1，说明预测值与真值具有强线性相关；残差分布接近正态，无明显异方差性，表明方法在不同水深范围内均具有稳定精度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C71"/>
                </a:solidFill>
                <a:latin typeface="微软雅黑"/>
              </a:defRPr>
            </a:pPr>
            <a:r>
              <a:t>结果汇总</a:t>
            </a:r>
          </a:p>
        </p:txBody>
      </p:sp>
      <p:pic>
        <p:nvPicPr>
          <p:cNvPr id="3" name="Picture 2" descr="268aebd8-c056-41b1-9c99-c54ee27f9da5_42b2bcba-2a23-4186-b68b-59594dcab441_05_结果汇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精度指标汇总：RMSE、MAE、相关系数等定量评估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分析：卡尔曼滤波在所有指标上均显著优于传统方法，RMSE降低约84%，相关系数提升至0.99以上，证明方法的有效性和优越性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中国石油大学华东底蕴质感模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81E45"/>
      </a:accent1>
      <a:accent2>
        <a:srgbClr val="E9C7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2521</TotalTime>
  <Words>5714</Words>
  <Application>Microsoft Office PowerPoint</Application>
  <PresentationFormat>宽屏</PresentationFormat>
  <Paragraphs>591</Paragraphs>
  <Slides>71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71</vt:i4>
      </vt:variant>
    </vt:vector>
  </HeadingPairs>
  <TitlesOfParts>
    <vt:vector size="88" baseType="lpstr">
      <vt:lpstr>Microsoft YaHei Light</vt:lpstr>
      <vt:lpstr>Microsoft YaHei Regular</vt:lpstr>
      <vt:lpstr>Source Han Sans CN</vt:lpstr>
      <vt:lpstr>Source Han Sans CN Medium</vt:lpstr>
      <vt:lpstr>等线</vt:lpstr>
      <vt:lpstr>等线 Light</vt:lpstr>
      <vt:lpstr>微软雅黑</vt:lpstr>
      <vt:lpstr>微软雅黑</vt:lpstr>
      <vt:lpstr>Arial</vt:lpstr>
      <vt:lpstr>Calibri</vt:lpstr>
      <vt:lpstr>Century Gothic</vt:lpstr>
      <vt:lpstr>Segoe UI</vt:lpstr>
      <vt:lpstr>Segoe UI Light</vt:lpstr>
      <vt:lpstr>Times New Roman</vt:lpstr>
      <vt:lpstr>Office 主题​​</vt:lpstr>
      <vt:lpstr>1_OfficePLUS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chao zhu</dc:creator>
  <cp:keywords>51PPT模板网</cp:keywords>
  <cp:lastModifiedBy>DE5875</cp:lastModifiedBy>
  <cp:revision>139</cp:revision>
  <cp:lastPrinted>2019-03-21T13:03:00Z</cp:lastPrinted>
  <dcterms:created xsi:type="dcterms:W3CDTF">2019-03-11T05:49:37Z</dcterms:created>
  <dcterms:modified xsi:type="dcterms:W3CDTF">2023-12-15T09:50:41Z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2019-04-13T07:52:58.5196639Z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a9e837e1-cba4-4f74-bb3a-9d1f6f10cff4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